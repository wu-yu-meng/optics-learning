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2" r:id="rId9"/>
    <p:sldId id="263" r:id="rId10"/>
    <p:sldId id="264" r:id="rId11"/>
    <p:sldId id="265" r:id="rId12"/>
    <p:sldId id="266" r:id="rId13"/>
    <p:sldId id="267" r:id="rId14"/>
    <p:sldId id="268" r:id="rId15"/>
    <p:sldId id="269" r:id="rId16"/>
    <p:sldId id="270" r:id="rId17"/>
    <p:sldId id="272" r:id="rId18"/>
  </p:sldIdLst>
  <p:sldSz cx="12192000" cy="6858000"/>
  <p:notesSz cx="6858000" cy="9144000"/>
  <p:defaultTex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1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15" d="100"/>
          <a:sy n="115" d="100"/>
        </p:scale>
        <p:origin x="396" y="-126"/>
      </p:cViewPr>
      <p:guideLst>
        <p:guide pos="3840"/>
        <p:guide orient="horz" pos="2114"/>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EFE73B03-4D71-4565-8C52-4902BE6377A4}" type="doc">
      <dgm:prSet loTypeId="hierarchy" loCatId="hierarchy" qsTypeId="urn:microsoft.com/office/officeart/2005/8/quickstyle/simple2" qsCatId="simple" csTypeId="urn:microsoft.com/office/officeart/2005/8/colors/accent1_2" csCatId="accent1" phldr="1"/>
      <dgm:spPr/>
      <dgm:t>
        <a:bodyPr/>
        <a:p>
          <a:endParaRPr lang="zh-CN" altLang="en-US"/>
        </a:p>
      </dgm:t>
    </dgm:pt>
    <dgm:pt modelId="{0605F139-5EF0-48E7-A091-192233D2011D}">
      <dgm:prSet phldrT="[文本]" phldr="0" custT="0"/>
      <dgm:spPr/>
      <dgm:t>
        <a:bodyPr vert="horz" wrap="square"/>
        <a:p>
          <a:pPr>
            <a:lnSpc>
              <a:spcPct val="100000"/>
            </a:lnSpc>
            <a:spcBef>
              <a:spcPct val="0"/>
            </a:spcBef>
            <a:spcAft>
              <a:spcPct val="35000"/>
            </a:spcAft>
          </a:pPr>
          <a:r>
            <a:rPr lang="zh-CN" altLang="en-US"/>
            <a:t>数字建模</a:t>
          </a:r>
          <a:endParaRPr lang="zh-CN" altLang="en-US"/>
        </a:p>
      </dgm:t>
    </dgm:pt>
    <dgm:pt modelId="{2AFB1B2A-8749-4E5E-9CB9-0B60F81C46F8}" cxnId="{178E67E2-50EF-4C72-8238-1B97CA71CCE2}" type="parTrans">
      <dgm:prSet/>
      <dgm:spPr/>
      <dgm:t>
        <a:bodyPr/>
        <a:p>
          <a:endParaRPr lang="zh-CN" altLang="en-US"/>
        </a:p>
      </dgm:t>
    </dgm:pt>
    <dgm:pt modelId="{E0FFEB56-236E-4FE9-83BF-31494E265D5A}" cxnId="{178E67E2-50EF-4C72-8238-1B97CA71CCE2}" type="sibTrans">
      <dgm:prSet/>
      <dgm:spPr/>
      <dgm:t>
        <a:bodyPr/>
        <a:p>
          <a:endParaRPr lang="zh-CN" altLang="en-US"/>
        </a:p>
      </dgm:t>
    </dgm:pt>
    <dgm:pt modelId="{4530EE7D-F557-4815-9ED2-EABC47F46978}">
      <dgm:prSet phldrT="[文本]" phldr="0" custT="0"/>
      <dgm:spPr/>
      <dgm:t>
        <a:bodyPr vert="horz" wrap="square"/>
        <a:p>
          <a:pPr>
            <a:lnSpc>
              <a:spcPct val="100000"/>
            </a:lnSpc>
            <a:spcBef>
              <a:spcPct val="0"/>
            </a:spcBef>
            <a:spcAft>
              <a:spcPct val="35000"/>
            </a:spcAft>
          </a:pPr>
          <a:r>
            <a:rPr lang="en-US" altLang="zh-CN"/>
            <a:t>EDF</a:t>
          </a:r>
          <a:r>
            <a:rPr lang="en-US" altLang="zh-CN"/>
            <a:t/>
          </a:r>
          <a:endParaRPr lang="en-US" altLang="zh-CN"/>
        </a:p>
      </dgm:t>
    </dgm:pt>
    <dgm:pt modelId="{AC2BFF99-DAE2-494A-88AB-85D75BC6D2EE}" cxnId="{6D5EAE68-7B31-4648-8DCE-2CDCBEA9B0A5}" type="parTrans">
      <dgm:prSet/>
      <dgm:spPr/>
      <dgm:t>
        <a:bodyPr/>
        <a:p>
          <a:endParaRPr lang="zh-CN" altLang="en-US"/>
        </a:p>
      </dgm:t>
    </dgm:pt>
    <dgm:pt modelId="{B98A0394-6758-42EB-8D0E-4491BED52B6C}" cxnId="{6D5EAE68-7B31-4648-8DCE-2CDCBEA9B0A5}" type="sibTrans">
      <dgm:prSet/>
      <dgm:spPr/>
      <dgm:t>
        <a:bodyPr/>
        <a:p>
          <a:endParaRPr lang="zh-CN" altLang="en-US"/>
        </a:p>
      </dgm:t>
    </dgm:pt>
    <dgm:pt modelId="{4E4A1E17-A3EC-4A54-9171-277E11A0B287}">
      <dgm:prSet phldrT="[文本]" phldr="0" custT="0"/>
      <dgm:spPr/>
      <dgm:t>
        <a:bodyPr vert="horz" wrap="square"/>
        <a:p>
          <a:pPr>
            <a:lnSpc>
              <a:spcPct val="100000"/>
            </a:lnSpc>
            <a:spcBef>
              <a:spcPct val="0"/>
            </a:spcBef>
            <a:spcAft>
              <a:spcPct val="35000"/>
            </a:spcAft>
          </a:pPr>
          <a:r>
            <a:rPr lang="en-US" altLang="zh-CN"/>
            <a:t>OC</a:t>
          </a:r>
          <a:r>
            <a:rPr lang="en-US" altLang="zh-CN"/>
            <a:t/>
          </a:r>
          <a:endParaRPr lang="en-US" altLang="zh-CN"/>
        </a:p>
      </dgm:t>
    </dgm:pt>
    <dgm:pt modelId="{367D7799-1E5C-4947-8AD1-85D1E0D367AF}" cxnId="{471495BA-1EA4-4DF5-A517-6DD039FE3CFD}" type="parTrans">
      <dgm:prSet/>
      <dgm:spPr/>
      <dgm:t>
        <a:bodyPr/>
        <a:p>
          <a:endParaRPr lang="zh-CN" altLang="en-US"/>
        </a:p>
      </dgm:t>
    </dgm:pt>
    <dgm:pt modelId="{7FFEBD18-7D5B-41C0-A8F3-60942A71708D}" cxnId="{471495BA-1EA4-4DF5-A517-6DD039FE3CFD}" type="sibTrans">
      <dgm:prSet/>
      <dgm:spPr/>
      <dgm:t>
        <a:bodyPr/>
        <a:p>
          <a:endParaRPr lang="zh-CN" altLang="en-US"/>
        </a:p>
      </dgm:t>
    </dgm:pt>
    <dgm:pt modelId="{C136B3B5-54D9-439F-9921-90C81742E7AD}">
      <dgm:prSet phldr="0" custT="0"/>
      <dgm:spPr/>
      <dgm:t>
        <a:bodyPr vert="horz" wrap="square"/>
        <a:p>
          <a:pPr>
            <a:lnSpc>
              <a:spcPct val="100000"/>
            </a:lnSpc>
            <a:spcBef>
              <a:spcPct val="0"/>
            </a:spcBef>
            <a:spcAft>
              <a:spcPct val="35000"/>
            </a:spcAft>
          </a:pPr>
          <a:r>
            <a:rPr lang="en-US" altLang="zh-CN"/>
            <a:t>EPC</a:t>
          </a:r>
          <a:r>
            <a:rPr altLang="en-US"/>
            <a:t/>
          </a:r>
          <a:endParaRPr altLang="en-US"/>
        </a:p>
      </dgm:t>
    </dgm:pt>
    <dgm:pt modelId="{8BAA7A50-580C-40EE-8CEC-D1A5CB35BDF9}" cxnId="{83ACBB81-6C38-4CBC-A8C5-0681F69F286E}" type="parTrans">
      <dgm:prSet/>
      <dgm:spPr/>
    </dgm:pt>
    <dgm:pt modelId="{97324CB3-1A17-4C64-B3A6-FF73142EE28C}" cxnId="{83ACBB81-6C38-4CBC-A8C5-0681F69F286E}" type="sibTrans">
      <dgm:prSet/>
      <dgm:spPr/>
    </dgm:pt>
    <dgm:pt modelId="{54BD9685-D119-413C-82E6-5CCF6366DFDE}">
      <dgm:prSet phldr="0" custT="0"/>
      <dgm:spPr/>
      <dgm:t>
        <a:bodyPr vert="horz" wrap="square"/>
        <a:p>
          <a:pPr>
            <a:lnSpc>
              <a:spcPct val="100000"/>
            </a:lnSpc>
            <a:spcBef>
              <a:spcPct val="0"/>
            </a:spcBef>
            <a:spcAft>
              <a:spcPct val="35000"/>
            </a:spcAft>
          </a:pPr>
          <a:r>
            <a:rPr lang="en-US" altLang="zh-CN"/>
            <a:t>PD-ISO</a:t>
          </a:r>
          <a:r>
            <a:rPr altLang="en-US"/>
            <a:t/>
          </a:r>
          <a:endParaRPr altLang="en-US"/>
        </a:p>
      </dgm:t>
    </dgm:pt>
    <dgm:pt modelId="{98A34162-CF48-42D4-8E41-DB3433DED5F4}" cxnId="{A0357CDB-ADE6-445D-B96D-0249930894FA}" type="parTrans">
      <dgm:prSet/>
      <dgm:spPr/>
    </dgm:pt>
    <dgm:pt modelId="{9474D79E-DC99-4E32-BEAD-BECC669ABFA2}" cxnId="{A0357CDB-ADE6-445D-B96D-0249930894FA}" type="sibTrans">
      <dgm:prSet/>
      <dgm:spPr/>
    </dgm:pt>
    <dgm:pt modelId="{2FC4BD95-5AF9-428C-9875-48074C9C0E57}">
      <dgm:prSet phldr="0" custT="0"/>
      <dgm:spPr/>
      <dgm:t>
        <a:bodyPr vert="horz" wrap="square"/>
        <a:p>
          <a:pPr>
            <a:lnSpc>
              <a:spcPct val="100000"/>
            </a:lnSpc>
            <a:spcBef>
              <a:spcPct val="0"/>
            </a:spcBef>
            <a:spcAft>
              <a:spcPct val="35000"/>
            </a:spcAft>
          </a:pPr>
          <a:r>
            <a:rPr lang="en-US" altLang="zh-CN"/>
            <a:t>SMF</a:t>
          </a:r>
          <a:r>
            <a:rPr altLang="en-US"/>
            <a:t/>
          </a:r>
          <a:endParaRPr altLang="en-US"/>
        </a:p>
      </dgm:t>
    </dgm:pt>
    <dgm:pt modelId="{9F750CF4-78F8-4C35-A7F0-DB7A20FDFBAD}" cxnId="{1D6790AC-E9AF-4311-923A-753A77AB67E3}" type="parTrans">
      <dgm:prSet/>
      <dgm:spPr/>
    </dgm:pt>
    <dgm:pt modelId="{E4139F46-4CDA-4006-BFF6-2B6B6C8713DC}" cxnId="{1D6790AC-E9AF-4311-923A-753A77AB67E3}" type="sibTrans">
      <dgm:prSet/>
      <dgm:spPr/>
    </dgm:pt>
    <dgm:pt modelId="{66A6E2FD-C558-45CF-B8CF-134C5CF0EA99}">
      <dgm:prSet phldr="0" custT="0"/>
      <dgm:spPr/>
      <dgm:t>
        <a:bodyPr vert="horz" wrap="square"/>
        <a:p>
          <a:pPr>
            <a:lnSpc>
              <a:spcPct val="100000"/>
            </a:lnSpc>
            <a:spcBef>
              <a:spcPct val="0"/>
            </a:spcBef>
            <a:spcAft>
              <a:spcPct val="35000"/>
            </a:spcAft>
          </a:pPr>
          <a:r>
            <a:rPr lang="zh-CN">
              <a:ea typeface="宋体" charset="0"/>
            </a:rPr>
            <a:t>光电转换器</a:t>
          </a:r>
          <a:endParaRPr lang="zh-CN">
            <a:ea typeface="宋体" charset="0"/>
          </a:endParaRPr>
        </a:p>
      </dgm:t>
    </dgm:pt>
    <dgm:pt modelId="{3BB98215-B825-4B3D-ACA7-EF1897E8D3DB}" cxnId="{87DD1EE8-E644-4D0A-B6E1-62515CB80C0B}" type="parTrans">
      <dgm:prSet/>
      <dgm:spPr/>
    </dgm:pt>
    <dgm:pt modelId="{354A0117-56C1-4F0A-BC3F-1218BDA7A6BC}" cxnId="{87DD1EE8-E644-4D0A-B6E1-62515CB80C0B}" type="sibTrans">
      <dgm:prSet/>
      <dgm:spPr/>
    </dgm:pt>
    <dgm:pt modelId="{5FBAB40F-6011-4629-9B30-77C9439C91BF}" type="pres">
      <dgm:prSet presAssocID="{EFE73B03-4D71-4565-8C52-4902BE6377A4}" presName="diagram" presStyleCnt="0">
        <dgm:presLayoutVars>
          <dgm:chPref val="1"/>
          <dgm:dir/>
          <dgm:animOne val="branch"/>
          <dgm:animLvl val="lvl"/>
          <dgm:resizeHandles val="exact"/>
        </dgm:presLayoutVars>
      </dgm:prSet>
      <dgm:spPr/>
    </dgm:pt>
    <dgm:pt modelId="{2332AA2E-A989-4175-BB73-78EA4C3BDB65}" type="pres">
      <dgm:prSet presAssocID="{0605F139-5EF0-48E7-A091-192233D2011D}" presName="root1" presStyleCnt="0"/>
      <dgm:spPr/>
    </dgm:pt>
    <dgm:pt modelId="{24E3F4AB-32FB-4CE0-9DAC-FC4DD26B5900}" type="pres">
      <dgm:prSet presAssocID="{0605F139-5EF0-48E7-A091-192233D2011D}" presName="LevelOneTextNode" presStyleLbl="node0" presStyleIdx="0" presStyleCnt="1">
        <dgm:presLayoutVars>
          <dgm:chPref val="3"/>
        </dgm:presLayoutVars>
      </dgm:prSet>
      <dgm:spPr/>
    </dgm:pt>
    <dgm:pt modelId="{44F25638-8073-4DA7-9390-5AC06A304565}" type="pres">
      <dgm:prSet presAssocID="{0605F139-5EF0-48E7-A091-192233D2011D}" presName="level2hierChild" presStyleCnt="0"/>
      <dgm:spPr/>
    </dgm:pt>
    <dgm:pt modelId="{B47BD6C9-6D53-4A69-975F-9CF96E25F10F}" type="pres">
      <dgm:prSet presAssocID="{AC2BFF99-DAE2-494A-88AB-85D75BC6D2EE}" presName="conn2-1" presStyleLbl="parChTrans1D2" presStyleIdx="0" presStyleCnt="6"/>
      <dgm:spPr/>
    </dgm:pt>
    <dgm:pt modelId="{C1833E64-0598-4ED8-B73B-4C820BB35531}" type="pres">
      <dgm:prSet presAssocID="{AC2BFF99-DAE2-494A-88AB-85D75BC6D2EE}" presName="connTx" presStyleCnt="0"/>
      <dgm:spPr/>
    </dgm:pt>
    <dgm:pt modelId="{46F58ACF-5130-428E-B3EF-87D6FEC0C921}" type="pres">
      <dgm:prSet presAssocID="{4530EE7D-F557-4815-9ED2-EABC47F46978}" presName="root2" presStyleCnt="0"/>
      <dgm:spPr/>
    </dgm:pt>
    <dgm:pt modelId="{3C0D5057-54F2-42F8-ADAD-AA27A1CC1A1B}" type="pres">
      <dgm:prSet presAssocID="{4530EE7D-F557-4815-9ED2-EABC47F46978}" presName="LevelTwoTextNode" presStyleLbl="node2" presStyleIdx="0" presStyleCnt="6" custLinFactNeighborX="-1">
        <dgm:presLayoutVars>
          <dgm:chPref val="3"/>
        </dgm:presLayoutVars>
      </dgm:prSet>
      <dgm:spPr/>
    </dgm:pt>
    <dgm:pt modelId="{48673F39-879C-4946-8DC7-FD68F0552920}" type="pres">
      <dgm:prSet presAssocID="{4530EE7D-F557-4815-9ED2-EABC47F46978}" presName="level3hierChild" presStyleCnt="0"/>
      <dgm:spPr/>
    </dgm:pt>
    <dgm:pt modelId="{2E81B90F-7494-41FF-808F-F7F82B993B40}" type="pres">
      <dgm:prSet presAssocID="{367D7799-1E5C-4947-8AD1-85D1E0D367AF}" presName="conn2-1" presStyleLbl="parChTrans1D2" presStyleIdx="1" presStyleCnt="6"/>
      <dgm:spPr/>
    </dgm:pt>
    <dgm:pt modelId="{0F4B7785-0023-487B-801C-9850969E1D34}" type="pres">
      <dgm:prSet presAssocID="{367D7799-1E5C-4947-8AD1-85D1E0D367AF}" presName="connTx" presStyleCnt="0"/>
      <dgm:spPr/>
    </dgm:pt>
    <dgm:pt modelId="{4925E953-147A-4210-9A9C-63730A307231}" type="pres">
      <dgm:prSet presAssocID="{4E4A1E17-A3EC-4A54-9171-277E11A0B287}" presName="root2" presStyleCnt="0"/>
      <dgm:spPr/>
    </dgm:pt>
    <dgm:pt modelId="{3D382021-A429-4403-82FF-5A95DD3EBB20}" type="pres">
      <dgm:prSet presAssocID="{4E4A1E17-A3EC-4A54-9171-277E11A0B287}" presName="LevelTwoTextNode" presStyleLbl="node2" presStyleIdx="1" presStyleCnt="6" custLinFactNeighborX="300" custLinFactNeighborY="1350">
        <dgm:presLayoutVars>
          <dgm:chPref val="3"/>
        </dgm:presLayoutVars>
      </dgm:prSet>
      <dgm:spPr/>
    </dgm:pt>
    <dgm:pt modelId="{6D231649-1A42-47D5-A289-01058E6A05B6}" type="pres">
      <dgm:prSet presAssocID="{4E4A1E17-A3EC-4A54-9171-277E11A0B287}" presName="level3hierChild" presStyleCnt="0"/>
      <dgm:spPr/>
    </dgm:pt>
    <dgm:pt modelId="{B616E672-6244-4419-9F42-40A083BE2892}" type="pres">
      <dgm:prSet presAssocID="{8BAA7A50-580C-40EE-8CEC-D1A5CB35BDF9}" presName="conn2-1" presStyleLbl="parChTrans1D2" presStyleIdx="2" presStyleCnt="6"/>
      <dgm:spPr/>
    </dgm:pt>
    <dgm:pt modelId="{9DD3D98B-DAE8-4440-A2C7-1E3F0F00B3F4}" type="pres">
      <dgm:prSet presAssocID="{8BAA7A50-580C-40EE-8CEC-D1A5CB35BDF9}" presName="connTx" presStyleCnt="0"/>
      <dgm:spPr/>
    </dgm:pt>
    <dgm:pt modelId="{609F3CFE-DF97-457D-8669-E192A9A0EB5E}" type="pres">
      <dgm:prSet presAssocID="{C136B3B5-54D9-439F-9921-90C81742E7AD}" presName="root2" presStyleCnt="0"/>
      <dgm:spPr/>
    </dgm:pt>
    <dgm:pt modelId="{0345EE78-0C42-4309-9345-CA4A5856319A}" type="pres">
      <dgm:prSet presAssocID="{C136B3B5-54D9-439F-9921-90C81742E7AD}" presName="LevelTwoTextNode" presStyleLbl="node2" presStyleIdx="2" presStyleCnt="6" custLinFactNeighborX="300" custLinFactNeighborY="-10">
        <dgm:presLayoutVars>
          <dgm:chPref val="3"/>
        </dgm:presLayoutVars>
      </dgm:prSet>
      <dgm:spPr/>
    </dgm:pt>
    <dgm:pt modelId="{E571BA4A-DDCB-410D-8859-44FF50D3A4F9}" type="pres">
      <dgm:prSet presAssocID="{C136B3B5-54D9-439F-9921-90C81742E7AD}" presName="level3hierChild" presStyleCnt="0"/>
      <dgm:spPr/>
    </dgm:pt>
    <dgm:pt modelId="{B2D3155B-8EA0-4D34-A087-4EBE66CF0987}" type="pres">
      <dgm:prSet presAssocID="{98A34162-CF48-42D4-8E41-DB3433DED5F4}" presName="conn2-1" presStyleLbl="parChTrans1D2" presStyleIdx="3" presStyleCnt="6"/>
      <dgm:spPr/>
    </dgm:pt>
    <dgm:pt modelId="{4B171F44-14B6-4433-AD01-8EC9AF8EE9A4}" type="pres">
      <dgm:prSet presAssocID="{98A34162-CF48-42D4-8E41-DB3433DED5F4}" presName="connTx" presStyleCnt="0"/>
      <dgm:spPr/>
    </dgm:pt>
    <dgm:pt modelId="{AB7355D3-8719-4052-B51A-D708467BD943}" type="pres">
      <dgm:prSet presAssocID="{54BD9685-D119-413C-82E6-5CCF6366DFDE}" presName="root2" presStyleCnt="0"/>
      <dgm:spPr/>
    </dgm:pt>
    <dgm:pt modelId="{ECC5BCB5-EA76-46E1-B1CC-F6ADA42BBB32}" type="pres">
      <dgm:prSet presAssocID="{54BD9685-D119-413C-82E6-5CCF6366DFDE}" presName="LevelTwoTextNode" presStyleLbl="node2" presStyleIdx="3" presStyleCnt="6">
        <dgm:presLayoutVars>
          <dgm:chPref val="3"/>
        </dgm:presLayoutVars>
      </dgm:prSet>
      <dgm:spPr/>
    </dgm:pt>
    <dgm:pt modelId="{5F36BC2B-CCFE-4F46-BDD8-35DC1BA080AB}" type="pres">
      <dgm:prSet presAssocID="{54BD9685-D119-413C-82E6-5CCF6366DFDE}" presName="level3hierChild" presStyleCnt="0"/>
      <dgm:spPr/>
    </dgm:pt>
    <dgm:pt modelId="{1DB743B0-DD85-4446-B01F-D58979D463F8}" type="pres">
      <dgm:prSet presAssocID="{9F750CF4-78F8-4C35-A7F0-DB7A20FDFBAD}" presName="conn2-1" presStyleLbl="parChTrans1D2" presStyleIdx="4" presStyleCnt="6"/>
      <dgm:spPr/>
    </dgm:pt>
    <dgm:pt modelId="{A7289013-B257-46F4-AC5C-18E8F296748D}" type="pres">
      <dgm:prSet presAssocID="{9F750CF4-78F8-4C35-A7F0-DB7A20FDFBAD}" presName="connTx" presStyleCnt="0"/>
      <dgm:spPr/>
    </dgm:pt>
    <dgm:pt modelId="{042755DE-F4D0-4FE9-B48D-8B35AC667204}" type="pres">
      <dgm:prSet presAssocID="{2FC4BD95-5AF9-428C-9875-48074C9C0E57}" presName="root2" presStyleCnt="0"/>
      <dgm:spPr/>
    </dgm:pt>
    <dgm:pt modelId="{CEF6146F-18C4-4DC9-ACEC-1707C78C076A}" type="pres">
      <dgm:prSet presAssocID="{2FC4BD95-5AF9-428C-9875-48074C9C0E57}" presName="LevelTwoTextNode" presStyleLbl="node2" presStyleIdx="4" presStyleCnt="6">
        <dgm:presLayoutVars>
          <dgm:chPref val="3"/>
        </dgm:presLayoutVars>
      </dgm:prSet>
      <dgm:spPr/>
    </dgm:pt>
    <dgm:pt modelId="{4189FF99-48E8-4E61-9F70-09FC67AF5069}" type="pres">
      <dgm:prSet presAssocID="{2FC4BD95-5AF9-428C-9875-48074C9C0E57}" presName="level3hierChild" presStyleCnt="0"/>
      <dgm:spPr/>
    </dgm:pt>
    <dgm:pt modelId="{928F94F7-B19D-4F9B-AB8E-9846A7974532}" type="pres">
      <dgm:prSet presAssocID="{3BB98215-B825-4B3D-ACA7-EF1897E8D3DB}" presName="conn2-1" presStyleLbl="parChTrans1D2" presStyleIdx="5" presStyleCnt="6"/>
      <dgm:spPr/>
    </dgm:pt>
    <dgm:pt modelId="{A8E7BF79-EF61-4708-9444-7CEDB1388D7B}" type="pres">
      <dgm:prSet presAssocID="{3BB98215-B825-4B3D-ACA7-EF1897E8D3DB}" presName="connTx" presStyleCnt="0"/>
      <dgm:spPr/>
    </dgm:pt>
    <dgm:pt modelId="{6B2BF1DA-F136-4862-962E-E36804D781AE}" type="pres">
      <dgm:prSet presAssocID="{66A6E2FD-C558-45CF-B8CF-134C5CF0EA99}" presName="root2" presStyleCnt="0"/>
      <dgm:spPr/>
    </dgm:pt>
    <dgm:pt modelId="{6FCA4F3F-347D-4EE4-AD74-CDCEB510BCD9}" type="pres">
      <dgm:prSet presAssocID="{66A6E2FD-C558-45CF-B8CF-134C5CF0EA99}" presName="LevelTwoTextNode" presStyleLbl="node2" presStyleIdx="5" presStyleCnt="6">
        <dgm:presLayoutVars>
          <dgm:chPref val="3"/>
        </dgm:presLayoutVars>
      </dgm:prSet>
      <dgm:spPr/>
    </dgm:pt>
    <dgm:pt modelId="{A73232E5-384D-4FEC-BD4F-42E53B94EBEC}" type="pres">
      <dgm:prSet presAssocID="{66A6E2FD-C558-45CF-B8CF-134C5CF0EA99}" presName="level3hierChild" presStyleCnt="0"/>
      <dgm:spPr/>
    </dgm:pt>
  </dgm:ptLst>
  <dgm:cxnLst>
    <dgm:cxn modelId="{178E67E2-50EF-4C72-8238-1B97CA71CCE2}" srcId="{EFE73B03-4D71-4565-8C52-4902BE6377A4}" destId="{0605F139-5EF0-48E7-A091-192233D2011D}" srcOrd="0" destOrd="0" parTransId="{2AFB1B2A-8749-4E5E-9CB9-0B60F81C46F8}" sibTransId="{E0FFEB56-236E-4FE9-83BF-31494E265D5A}"/>
    <dgm:cxn modelId="{6D5EAE68-7B31-4648-8DCE-2CDCBEA9B0A5}" srcId="{0605F139-5EF0-48E7-A091-192233D2011D}" destId="{4530EE7D-F557-4815-9ED2-EABC47F46978}" srcOrd="0" destOrd="0" parTransId="{AC2BFF99-DAE2-494A-88AB-85D75BC6D2EE}" sibTransId="{B98A0394-6758-42EB-8D0E-4491BED52B6C}"/>
    <dgm:cxn modelId="{471495BA-1EA4-4DF5-A517-6DD039FE3CFD}" srcId="{0605F139-5EF0-48E7-A091-192233D2011D}" destId="{4E4A1E17-A3EC-4A54-9171-277E11A0B287}" srcOrd="1" destOrd="0" parTransId="{367D7799-1E5C-4947-8AD1-85D1E0D367AF}" sibTransId="{7FFEBD18-7D5B-41C0-A8F3-60942A71708D}"/>
    <dgm:cxn modelId="{83ACBB81-6C38-4CBC-A8C5-0681F69F286E}" srcId="{0605F139-5EF0-48E7-A091-192233D2011D}" destId="{C136B3B5-54D9-439F-9921-90C81742E7AD}" srcOrd="2" destOrd="0" parTransId="{8BAA7A50-580C-40EE-8CEC-D1A5CB35BDF9}" sibTransId="{97324CB3-1A17-4C64-B3A6-FF73142EE28C}"/>
    <dgm:cxn modelId="{A0357CDB-ADE6-445D-B96D-0249930894FA}" srcId="{0605F139-5EF0-48E7-A091-192233D2011D}" destId="{54BD9685-D119-413C-82E6-5CCF6366DFDE}" srcOrd="3" destOrd="0" parTransId="{98A34162-CF48-42D4-8E41-DB3433DED5F4}" sibTransId="{9474D79E-DC99-4E32-BEAD-BECC669ABFA2}"/>
    <dgm:cxn modelId="{1D6790AC-E9AF-4311-923A-753A77AB67E3}" srcId="{0605F139-5EF0-48E7-A091-192233D2011D}" destId="{2FC4BD95-5AF9-428C-9875-48074C9C0E57}" srcOrd="4" destOrd="0" parTransId="{9F750CF4-78F8-4C35-A7F0-DB7A20FDFBAD}" sibTransId="{E4139F46-4CDA-4006-BFF6-2B6B6C8713DC}"/>
    <dgm:cxn modelId="{87DD1EE8-E644-4D0A-B6E1-62515CB80C0B}" srcId="{0605F139-5EF0-48E7-A091-192233D2011D}" destId="{66A6E2FD-C558-45CF-B8CF-134C5CF0EA99}" srcOrd="5" destOrd="0" parTransId="{3BB98215-B825-4B3D-ACA7-EF1897E8D3DB}" sibTransId="{354A0117-56C1-4F0A-BC3F-1218BDA7A6BC}"/>
    <dgm:cxn modelId="{04171D2B-2460-414B-A8B2-F2C4654BF60C}" type="presOf" srcId="{EFE73B03-4D71-4565-8C52-4902BE6377A4}" destId="{5FBAB40F-6011-4629-9B30-77C9439C91BF}" srcOrd="0" destOrd="0" presId="urn:microsoft.com/office/officeart/2005/8/layout/hierarchy2"/>
    <dgm:cxn modelId="{93815B7C-F7D2-449C-881B-6AF045CAD0BD}" type="presParOf" srcId="{5FBAB40F-6011-4629-9B30-77C9439C91BF}" destId="{2332AA2E-A989-4175-BB73-78EA4C3BDB65}" srcOrd="0" destOrd="0" presId="urn:microsoft.com/office/officeart/2005/8/layout/hierarchy2"/>
    <dgm:cxn modelId="{DD6F857E-1989-47BA-A615-6F9B62487132}" type="presParOf" srcId="{2332AA2E-A989-4175-BB73-78EA4C3BDB65}" destId="{24E3F4AB-32FB-4CE0-9DAC-FC4DD26B5900}" srcOrd="0" destOrd="0" presId="urn:microsoft.com/office/officeart/2005/8/layout/hierarchy2"/>
    <dgm:cxn modelId="{99E0454A-766D-4A37-948A-5EEFC06F7FE6}" type="presOf" srcId="{0605F139-5EF0-48E7-A091-192233D2011D}" destId="{24E3F4AB-32FB-4CE0-9DAC-FC4DD26B5900}" srcOrd="0" destOrd="0" presId="urn:microsoft.com/office/officeart/2005/8/layout/hierarchy2"/>
    <dgm:cxn modelId="{EE6A3EE6-037A-40CB-AC9D-E8DF78F39841}" type="presParOf" srcId="{2332AA2E-A989-4175-BB73-78EA4C3BDB65}" destId="{44F25638-8073-4DA7-9390-5AC06A304565}" srcOrd="1" destOrd="0" presId="urn:microsoft.com/office/officeart/2005/8/layout/hierarchy2"/>
    <dgm:cxn modelId="{B5817C68-65A8-442F-A9FF-5E515D5FE00E}" type="presParOf" srcId="{44F25638-8073-4DA7-9390-5AC06A304565}" destId="{B47BD6C9-6D53-4A69-975F-9CF96E25F10F}" srcOrd="0" destOrd="1" presId="urn:microsoft.com/office/officeart/2005/8/layout/hierarchy2"/>
    <dgm:cxn modelId="{FB3D5CAB-5065-4E08-9007-2A5B49ED432E}" type="presOf" srcId="{AC2BFF99-DAE2-494A-88AB-85D75BC6D2EE}" destId="{B47BD6C9-6D53-4A69-975F-9CF96E25F10F}" srcOrd="0" destOrd="0" presId="urn:microsoft.com/office/officeart/2005/8/layout/hierarchy2"/>
    <dgm:cxn modelId="{E5557572-B442-4A6F-AF9E-191ED0CF3F52}" type="presParOf" srcId="{B47BD6C9-6D53-4A69-975F-9CF96E25F10F}" destId="{C1833E64-0598-4ED8-B73B-4C820BB35531}" srcOrd="0" destOrd="0" presId="urn:microsoft.com/office/officeart/2005/8/layout/hierarchy2"/>
    <dgm:cxn modelId="{6B9FA469-9D87-408E-817F-4A652F4881F8}" type="presOf" srcId="{AC2BFF99-DAE2-494A-88AB-85D75BC6D2EE}" destId="{C1833E64-0598-4ED8-B73B-4C820BB35531}" srcOrd="1" destOrd="0" presId="urn:microsoft.com/office/officeart/2005/8/layout/hierarchy2"/>
    <dgm:cxn modelId="{40D52DA4-74F8-4699-B985-062F6218E649}" type="presParOf" srcId="{44F25638-8073-4DA7-9390-5AC06A304565}" destId="{46F58ACF-5130-428E-B3EF-87D6FEC0C921}" srcOrd="1" destOrd="1" presId="urn:microsoft.com/office/officeart/2005/8/layout/hierarchy2"/>
    <dgm:cxn modelId="{C3E59C26-5B89-4294-8DED-55061190601C}" type="presParOf" srcId="{46F58ACF-5130-428E-B3EF-87D6FEC0C921}" destId="{3C0D5057-54F2-42F8-ADAD-AA27A1CC1A1B}" srcOrd="0" destOrd="1" presId="urn:microsoft.com/office/officeart/2005/8/layout/hierarchy2"/>
    <dgm:cxn modelId="{CDA4F22D-AD44-4A7E-BA00-BF01FD6D689C}" type="presOf" srcId="{4530EE7D-F557-4815-9ED2-EABC47F46978}" destId="{3C0D5057-54F2-42F8-ADAD-AA27A1CC1A1B}" srcOrd="0" destOrd="0" presId="urn:microsoft.com/office/officeart/2005/8/layout/hierarchy2"/>
    <dgm:cxn modelId="{F09CB10E-39AB-408D-BB12-8340CD356175}" type="presParOf" srcId="{46F58ACF-5130-428E-B3EF-87D6FEC0C921}" destId="{48673F39-879C-4946-8DC7-FD68F0552920}" srcOrd="1" destOrd="1" presId="urn:microsoft.com/office/officeart/2005/8/layout/hierarchy2"/>
    <dgm:cxn modelId="{CFCB7535-081B-45D8-B655-393489B89B01}" type="presParOf" srcId="{44F25638-8073-4DA7-9390-5AC06A304565}" destId="{2E81B90F-7494-41FF-808F-F7F82B993B40}" srcOrd="2" destOrd="1" presId="urn:microsoft.com/office/officeart/2005/8/layout/hierarchy2"/>
    <dgm:cxn modelId="{92CEBFC8-20D2-4279-8DFA-AA5FFE0DA0BE}" type="presOf" srcId="{367D7799-1E5C-4947-8AD1-85D1E0D367AF}" destId="{2E81B90F-7494-41FF-808F-F7F82B993B40}" srcOrd="0" destOrd="0" presId="urn:microsoft.com/office/officeart/2005/8/layout/hierarchy2"/>
    <dgm:cxn modelId="{83156C29-0903-4661-AE06-FFA52FD8CC92}" type="presParOf" srcId="{2E81B90F-7494-41FF-808F-F7F82B993B40}" destId="{0F4B7785-0023-487B-801C-9850969E1D34}" srcOrd="0" destOrd="2" presId="urn:microsoft.com/office/officeart/2005/8/layout/hierarchy2"/>
    <dgm:cxn modelId="{A5503766-A26B-4D0D-8C7B-90BD6DC795D2}" type="presOf" srcId="{367D7799-1E5C-4947-8AD1-85D1E0D367AF}" destId="{0F4B7785-0023-487B-801C-9850969E1D34}" srcOrd="1" destOrd="0" presId="urn:microsoft.com/office/officeart/2005/8/layout/hierarchy2"/>
    <dgm:cxn modelId="{3DAFD286-864D-4E70-B819-E36CD23E953A}" type="presParOf" srcId="{44F25638-8073-4DA7-9390-5AC06A304565}" destId="{4925E953-147A-4210-9A9C-63730A307231}" srcOrd="3" destOrd="1" presId="urn:microsoft.com/office/officeart/2005/8/layout/hierarchy2"/>
    <dgm:cxn modelId="{7C9290C0-CCA0-432E-9B9B-A3F7C17069CD}" type="presParOf" srcId="{4925E953-147A-4210-9A9C-63730A307231}" destId="{3D382021-A429-4403-82FF-5A95DD3EBB20}" srcOrd="0" destOrd="3" presId="urn:microsoft.com/office/officeart/2005/8/layout/hierarchy2"/>
    <dgm:cxn modelId="{C7597758-3F50-4BA6-A77F-052F24DCEE11}" type="presOf" srcId="{4E4A1E17-A3EC-4A54-9171-277E11A0B287}" destId="{3D382021-A429-4403-82FF-5A95DD3EBB20}" srcOrd="0" destOrd="0" presId="urn:microsoft.com/office/officeart/2005/8/layout/hierarchy2"/>
    <dgm:cxn modelId="{2BCC29A9-9389-431A-A159-BE0ED4C4C2DB}" type="presParOf" srcId="{4925E953-147A-4210-9A9C-63730A307231}" destId="{6D231649-1A42-47D5-A289-01058E6A05B6}" srcOrd="1" destOrd="3" presId="urn:microsoft.com/office/officeart/2005/8/layout/hierarchy2"/>
    <dgm:cxn modelId="{8B26C25A-141A-4CBB-8613-6717CB496463}" type="presParOf" srcId="{44F25638-8073-4DA7-9390-5AC06A304565}" destId="{B616E672-6244-4419-9F42-40A083BE2892}" srcOrd="4" destOrd="1" presId="urn:microsoft.com/office/officeart/2005/8/layout/hierarchy2"/>
    <dgm:cxn modelId="{2FD6F26D-E6F4-4F4A-88E4-FF98A7A46091}" type="presOf" srcId="{8BAA7A50-580C-40EE-8CEC-D1A5CB35BDF9}" destId="{B616E672-6244-4419-9F42-40A083BE2892}" srcOrd="0" destOrd="0" presId="urn:microsoft.com/office/officeart/2005/8/layout/hierarchy2"/>
    <dgm:cxn modelId="{DFA50035-9570-43B8-A3FE-ED9DF963BB92}" type="presParOf" srcId="{B616E672-6244-4419-9F42-40A083BE2892}" destId="{9DD3D98B-DAE8-4440-A2C7-1E3F0F00B3F4}" srcOrd="0" destOrd="4" presId="urn:microsoft.com/office/officeart/2005/8/layout/hierarchy2"/>
    <dgm:cxn modelId="{AB448C09-A488-4290-82E6-551E9AAA8AE0}" type="presOf" srcId="{8BAA7A50-580C-40EE-8CEC-D1A5CB35BDF9}" destId="{9DD3D98B-DAE8-4440-A2C7-1E3F0F00B3F4}" srcOrd="1" destOrd="0" presId="urn:microsoft.com/office/officeart/2005/8/layout/hierarchy2"/>
    <dgm:cxn modelId="{37D67DE6-330F-465C-A94E-5CE9ED1F2D68}" type="presParOf" srcId="{44F25638-8073-4DA7-9390-5AC06A304565}" destId="{609F3CFE-DF97-457D-8669-E192A9A0EB5E}" srcOrd="5" destOrd="1" presId="urn:microsoft.com/office/officeart/2005/8/layout/hierarchy2"/>
    <dgm:cxn modelId="{BBA61640-CAF2-4156-81B0-BA04D4EC0698}" type="presParOf" srcId="{609F3CFE-DF97-457D-8669-E192A9A0EB5E}" destId="{0345EE78-0C42-4309-9345-CA4A5856319A}" srcOrd="0" destOrd="5" presId="urn:microsoft.com/office/officeart/2005/8/layout/hierarchy2"/>
    <dgm:cxn modelId="{9B091E66-0820-4058-BD50-C0F8D7CC08C8}" type="presOf" srcId="{C136B3B5-54D9-439F-9921-90C81742E7AD}" destId="{0345EE78-0C42-4309-9345-CA4A5856319A}" srcOrd="0" destOrd="0" presId="urn:microsoft.com/office/officeart/2005/8/layout/hierarchy2"/>
    <dgm:cxn modelId="{589F8919-DE58-41E8-AC96-E1D0184C9860}" type="presParOf" srcId="{609F3CFE-DF97-457D-8669-E192A9A0EB5E}" destId="{E571BA4A-DDCB-410D-8859-44FF50D3A4F9}" srcOrd="1" destOrd="5" presId="urn:microsoft.com/office/officeart/2005/8/layout/hierarchy2"/>
    <dgm:cxn modelId="{BBBB2CFB-A111-4131-BAA7-86C47EEE2273}" type="presParOf" srcId="{44F25638-8073-4DA7-9390-5AC06A304565}" destId="{B2D3155B-8EA0-4D34-A087-4EBE66CF0987}" srcOrd="6" destOrd="1" presId="urn:microsoft.com/office/officeart/2005/8/layout/hierarchy2"/>
    <dgm:cxn modelId="{3B9713F1-E926-49D9-9EC7-F761C1FB48FD}" type="presOf" srcId="{98A34162-CF48-42D4-8E41-DB3433DED5F4}" destId="{B2D3155B-8EA0-4D34-A087-4EBE66CF0987}" srcOrd="0" destOrd="0" presId="urn:microsoft.com/office/officeart/2005/8/layout/hierarchy2"/>
    <dgm:cxn modelId="{1CC52C2B-2051-4691-A9C0-65FEF5C2E5FF}" type="presParOf" srcId="{B2D3155B-8EA0-4D34-A087-4EBE66CF0987}" destId="{4B171F44-14B6-4433-AD01-8EC9AF8EE9A4}" srcOrd="0" destOrd="6" presId="urn:microsoft.com/office/officeart/2005/8/layout/hierarchy2"/>
    <dgm:cxn modelId="{4F65FCBA-0E77-4135-9FFD-F650C9216E6B}" type="presOf" srcId="{98A34162-CF48-42D4-8E41-DB3433DED5F4}" destId="{4B171F44-14B6-4433-AD01-8EC9AF8EE9A4}" srcOrd="1" destOrd="0" presId="urn:microsoft.com/office/officeart/2005/8/layout/hierarchy2"/>
    <dgm:cxn modelId="{A0D84D24-9F49-4833-A4BA-8749EB4032C5}" type="presParOf" srcId="{44F25638-8073-4DA7-9390-5AC06A304565}" destId="{AB7355D3-8719-4052-B51A-D708467BD943}" srcOrd="7" destOrd="1" presId="urn:microsoft.com/office/officeart/2005/8/layout/hierarchy2"/>
    <dgm:cxn modelId="{150F2969-92F9-4F6C-AD16-14C3005CD796}" type="presParOf" srcId="{AB7355D3-8719-4052-B51A-D708467BD943}" destId="{ECC5BCB5-EA76-46E1-B1CC-F6ADA42BBB32}" srcOrd="0" destOrd="7" presId="urn:microsoft.com/office/officeart/2005/8/layout/hierarchy2"/>
    <dgm:cxn modelId="{DFBE9981-A9DE-4F70-8A09-3ADA6C2954FB}" type="presOf" srcId="{54BD9685-D119-413C-82E6-5CCF6366DFDE}" destId="{ECC5BCB5-EA76-46E1-B1CC-F6ADA42BBB32}" srcOrd="0" destOrd="0" presId="urn:microsoft.com/office/officeart/2005/8/layout/hierarchy2"/>
    <dgm:cxn modelId="{3FE6F725-D9FE-410B-8ED2-0F89447427E9}" type="presParOf" srcId="{AB7355D3-8719-4052-B51A-D708467BD943}" destId="{5F36BC2B-CCFE-4F46-BDD8-35DC1BA080AB}" srcOrd="1" destOrd="7" presId="urn:microsoft.com/office/officeart/2005/8/layout/hierarchy2"/>
    <dgm:cxn modelId="{D1612B1C-5A20-4598-8450-AFBAEEBD851F}" type="presParOf" srcId="{44F25638-8073-4DA7-9390-5AC06A304565}" destId="{1DB743B0-DD85-4446-B01F-D58979D463F8}" srcOrd="8" destOrd="1" presId="urn:microsoft.com/office/officeart/2005/8/layout/hierarchy2"/>
    <dgm:cxn modelId="{29FAC033-EC78-45EA-90D6-156AC3EF65F7}" type="presOf" srcId="{9F750CF4-78F8-4C35-A7F0-DB7A20FDFBAD}" destId="{1DB743B0-DD85-4446-B01F-D58979D463F8}" srcOrd="0" destOrd="0" presId="urn:microsoft.com/office/officeart/2005/8/layout/hierarchy2"/>
    <dgm:cxn modelId="{35B64C19-14E6-4AE8-93D7-1855DED9348F}" type="presParOf" srcId="{1DB743B0-DD85-4446-B01F-D58979D463F8}" destId="{A7289013-B257-46F4-AC5C-18E8F296748D}" srcOrd="0" destOrd="8" presId="urn:microsoft.com/office/officeart/2005/8/layout/hierarchy2"/>
    <dgm:cxn modelId="{7C47BD57-3A89-44BF-897E-678656FBEFAA}" type="presOf" srcId="{9F750CF4-78F8-4C35-A7F0-DB7A20FDFBAD}" destId="{A7289013-B257-46F4-AC5C-18E8F296748D}" srcOrd="1" destOrd="0" presId="urn:microsoft.com/office/officeart/2005/8/layout/hierarchy2"/>
    <dgm:cxn modelId="{C3672673-F6F6-4ADA-BBD1-9DA054B1CFC5}" type="presParOf" srcId="{44F25638-8073-4DA7-9390-5AC06A304565}" destId="{042755DE-F4D0-4FE9-B48D-8B35AC667204}" srcOrd="9" destOrd="1" presId="urn:microsoft.com/office/officeart/2005/8/layout/hierarchy2"/>
    <dgm:cxn modelId="{C8DBBB60-A24F-4A99-82D7-B158EABCC33B}" type="presParOf" srcId="{042755DE-F4D0-4FE9-B48D-8B35AC667204}" destId="{CEF6146F-18C4-4DC9-ACEC-1707C78C076A}" srcOrd="0" destOrd="9" presId="urn:microsoft.com/office/officeart/2005/8/layout/hierarchy2"/>
    <dgm:cxn modelId="{B6941B38-A655-40F5-A5F2-F01A4DE61CAF}" type="presOf" srcId="{2FC4BD95-5AF9-428C-9875-48074C9C0E57}" destId="{CEF6146F-18C4-4DC9-ACEC-1707C78C076A}" srcOrd="0" destOrd="0" presId="urn:microsoft.com/office/officeart/2005/8/layout/hierarchy2"/>
    <dgm:cxn modelId="{9942FB22-2087-47DE-8EA8-67CDCAB5A732}" type="presParOf" srcId="{042755DE-F4D0-4FE9-B48D-8B35AC667204}" destId="{4189FF99-48E8-4E61-9F70-09FC67AF5069}" srcOrd="1" destOrd="9" presId="urn:microsoft.com/office/officeart/2005/8/layout/hierarchy2"/>
    <dgm:cxn modelId="{BC63F061-5CA0-4932-B20D-6D8C9E9DEE3B}" type="presParOf" srcId="{44F25638-8073-4DA7-9390-5AC06A304565}" destId="{928F94F7-B19D-4F9B-AB8E-9846A7974532}" srcOrd="10" destOrd="1" presId="urn:microsoft.com/office/officeart/2005/8/layout/hierarchy2"/>
    <dgm:cxn modelId="{DDF32C60-C1B6-4CFE-BA1C-9C2B287D230D}" type="presOf" srcId="{3BB98215-B825-4B3D-ACA7-EF1897E8D3DB}" destId="{928F94F7-B19D-4F9B-AB8E-9846A7974532}" srcOrd="0" destOrd="0" presId="urn:microsoft.com/office/officeart/2005/8/layout/hierarchy2"/>
    <dgm:cxn modelId="{FAF53B96-E42E-4216-AEC2-2B6076E54BC2}" type="presParOf" srcId="{928F94F7-B19D-4F9B-AB8E-9846A7974532}" destId="{A8E7BF79-EF61-4708-9444-7CEDB1388D7B}" srcOrd="0" destOrd="10" presId="urn:microsoft.com/office/officeart/2005/8/layout/hierarchy2"/>
    <dgm:cxn modelId="{FC22793D-C26D-4134-8DDF-CC5F0E64132F}" type="presOf" srcId="{3BB98215-B825-4B3D-ACA7-EF1897E8D3DB}" destId="{A8E7BF79-EF61-4708-9444-7CEDB1388D7B}" srcOrd="1" destOrd="0" presId="urn:microsoft.com/office/officeart/2005/8/layout/hierarchy2"/>
    <dgm:cxn modelId="{B6D83F48-7962-4FDD-976A-6E3752B91902}" type="presParOf" srcId="{44F25638-8073-4DA7-9390-5AC06A304565}" destId="{6B2BF1DA-F136-4862-962E-E36804D781AE}" srcOrd="11" destOrd="1" presId="urn:microsoft.com/office/officeart/2005/8/layout/hierarchy2"/>
    <dgm:cxn modelId="{300BEFAF-B299-4A4E-BA14-4B3E4E967774}" type="presParOf" srcId="{6B2BF1DA-F136-4862-962E-E36804D781AE}" destId="{6FCA4F3F-347D-4EE4-AD74-CDCEB510BCD9}" srcOrd="0" destOrd="11" presId="urn:microsoft.com/office/officeart/2005/8/layout/hierarchy2"/>
    <dgm:cxn modelId="{1CB9C32D-6D5C-49E7-B404-E6D35954F90E}" type="presOf" srcId="{66A6E2FD-C558-45CF-B8CF-134C5CF0EA99}" destId="{6FCA4F3F-347D-4EE4-AD74-CDCEB510BCD9}" srcOrd="0" destOrd="0" presId="urn:microsoft.com/office/officeart/2005/8/layout/hierarchy2"/>
    <dgm:cxn modelId="{1267E9D2-E09C-45F4-81F1-0BF2D43C3E43}" type="presParOf" srcId="{6B2BF1DA-F136-4862-962E-E36804D781AE}" destId="{A73232E5-384D-4FEC-BD4F-42E53B94EBEC}" srcOrd="1" destOrd="11" presId="urn:microsoft.com/office/officeart/2005/8/layout/hierarchy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3860800" cy="4735830"/>
        <a:chOff x="0" y="0"/>
        <a:chExt cx="3860800" cy="4735830"/>
      </a:xfrm>
    </dsp:grpSpPr>
    <dsp:sp modelId="{24E3F4AB-32FB-4CE0-9DAC-FC4DD26B5900}">
      <dsp:nvSpPr>
        <dsp:cNvPr id="3" name="圆角矩形 2"/>
        <dsp:cNvSpPr/>
      </dsp:nvSpPr>
      <dsp:spPr bwMode="white">
        <a:xfrm>
          <a:off x="246549" y="2017113"/>
          <a:ext cx="1403209" cy="701604"/>
        </a:xfrm>
        <a:prstGeom prst="roundRect">
          <a:avLst>
            <a:gd name="adj" fmla="val 10000"/>
          </a:avLst>
        </a:prstGeom>
      </dsp:spPr>
      <dsp:style>
        <a:lnRef idx="3">
          <a:schemeClr val="lt1"/>
        </a:lnRef>
        <a:fillRef idx="1">
          <a:schemeClr val="accent1">
            <a:alpha val="80000"/>
            <a:hueOff val="0"/>
            <a:satOff val="0"/>
            <a:lumOff val="0"/>
            <a:alpha val="80000"/>
          </a:schemeClr>
        </a:fillRef>
        <a:effectRef idx="1">
          <a:scrgbClr r="0" g="0" b="0"/>
        </a:effectRef>
        <a:fontRef idx="minor">
          <a:schemeClr val="lt1"/>
        </a:fontRef>
      </dsp:style>
      <dsp:txBody>
        <a:bodyPr vert="horz" wrap="square" lIns="13335" tIns="13335" rIns="13335" bIns="13335" anchor="ctr"/>
        <a:lstStyle>
          <a:lvl1pPr algn="ctr">
            <a:defRPr sz="2100"/>
          </a:lvl1pPr>
          <a:lvl2pPr marL="171450" indent="-171450" algn="ctr">
            <a:defRPr sz="1600"/>
          </a:lvl2pPr>
          <a:lvl3pPr marL="342900" indent="-171450" algn="ctr">
            <a:defRPr sz="1600"/>
          </a:lvl3pPr>
          <a:lvl4pPr marL="514350" indent="-171450" algn="ctr">
            <a:defRPr sz="1600"/>
          </a:lvl4pPr>
          <a:lvl5pPr marL="685800" indent="-171450" algn="ctr">
            <a:defRPr sz="1600"/>
          </a:lvl5pPr>
          <a:lvl6pPr marL="857250" indent="-171450" algn="ctr">
            <a:defRPr sz="1600"/>
          </a:lvl6pPr>
          <a:lvl7pPr marL="1028700" indent="-171450" algn="ctr">
            <a:defRPr sz="1600"/>
          </a:lvl7pPr>
          <a:lvl8pPr marL="1200150" indent="-171450" algn="ctr">
            <a:defRPr sz="1600"/>
          </a:lvl8pPr>
          <a:lvl9pPr marL="1371600" indent="-171450" algn="ctr">
            <a:defRPr sz="1600"/>
          </a:lvl9pPr>
        </a:lstStyle>
        <a:p>
          <a:pPr lvl="0">
            <a:lnSpc>
              <a:spcPct val="100000"/>
            </a:lnSpc>
            <a:spcBef>
              <a:spcPct val="0"/>
            </a:spcBef>
            <a:spcAft>
              <a:spcPct val="35000"/>
            </a:spcAft>
          </a:pPr>
          <a:r>
            <a:rPr lang="zh-CN" altLang="en-US"/>
            <a:t>数字建模</a:t>
          </a:r>
          <a:endParaRPr lang="zh-CN" altLang="en-US"/>
        </a:p>
      </dsp:txBody>
      <dsp:txXfrm>
        <a:off x="246549" y="2017113"/>
        <a:ext cx="1403209" cy="701604"/>
      </dsp:txXfrm>
    </dsp:sp>
    <dsp:sp modelId="{B47BD6C9-6D53-4A69-975F-9CF96E25F10F}">
      <dsp:nvSpPr>
        <dsp:cNvPr id="4" name="任意多边形 3"/>
        <dsp:cNvSpPr/>
      </dsp:nvSpPr>
      <dsp:spPr bwMode="white">
        <a:xfrm>
          <a:off x="883521" y="1346025"/>
          <a:ext cx="2093745" cy="26667"/>
        </a:xfrm>
        <a:custGeom>
          <a:avLst/>
          <a:gdLst/>
          <a:ahLst/>
          <a:cxnLst/>
          <a:pathLst>
            <a:path w="3297" h="42">
              <a:moveTo>
                <a:pt x="1207" y="1609"/>
              </a:moveTo>
              <a:lnTo>
                <a:pt x="2091" y="-1567"/>
              </a:lnTo>
            </a:path>
          </a:pathLst>
        </a:custGeom>
      </dsp:spPr>
      <dsp:style>
        <a:lnRef idx="2">
          <a:schemeClr val="accent1">
            <a:tint val="90000"/>
          </a:schemeClr>
        </a:lnRef>
        <a:fillRef idx="0">
          <a:schemeClr val="accent1">
            <a:tint val="90000"/>
          </a:schemeClr>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p>
      </dsp:txBody>
      <dsp:txXfrm>
        <a:off x="883521" y="1346025"/>
        <a:ext cx="2093745" cy="26667"/>
      </dsp:txXfrm>
    </dsp:sp>
    <dsp:sp modelId="{3C0D5057-54F2-42F8-ADAD-AA27A1CC1A1B}">
      <dsp:nvSpPr>
        <dsp:cNvPr id="5" name="圆角矩形 4"/>
        <dsp:cNvSpPr/>
      </dsp:nvSpPr>
      <dsp:spPr bwMode="white">
        <a:xfrm>
          <a:off x="2211028" y="0"/>
          <a:ext cx="1403209" cy="701604"/>
        </a:xfrm>
        <a:prstGeom prst="roundRect">
          <a:avLst>
            <a:gd name="adj" fmla="val 10000"/>
          </a:avLst>
        </a:prstGeom>
      </dsp:spPr>
      <dsp:style>
        <a:lnRef idx="3">
          <a:schemeClr val="lt1"/>
        </a:lnRef>
        <a:fillRef idx="1">
          <a:schemeClr val="accent1">
            <a:alpha val="70000"/>
            <a:hueOff val="0"/>
            <a:satOff val="0"/>
            <a:lumOff val="0"/>
            <a:alpha val="70196"/>
          </a:schemeClr>
        </a:fillRef>
        <a:effectRef idx="1">
          <a:scrgbClr r="0" g="0" b="0"/>
        </a:effectRef>
        <a:fontRef idx="minor">
          <a:schemeClr val="lt1"/>
        </a:fontRef>
      </dsp:style>
      <dsp:txBody>
        <a:bodyPr vert="horz" wrap="square" lIns="13335" tIns="13335" rIns="13335" bIns="13335" anchor="ctr"/>
        <a:lstStyle>
          <a:lvl1pPr algn="ctr">
            <a:defRPr sz="2100"/>
          </a:lvl1pPr>
          <a:lvl2pPr marL="171450" indent="-171450" algn="ctr">
            <a:defRPr sz="1600"/>
          </a:lvl2pPr>
          <a:lvl3pPr marL="342900" indent="-171450" algn="ctr">
            <a:defRPr sz="1600"/>
          </a:lvl3pPr>
          <a:lvl4pPr marL="514350" indent="-171450" algn="ctr">
            <a:defRPr sz="1600"/>
          </a:lvl4pPr>
          <a:lvl5pPr marL="685800" indent="-171450" algn="ctr">
            <a:defRPr sz="1600"/>
          </a:lvl5pPr>
          <a:lvl6pPr marL="857250" indent="-171450" algn="ctr">
            <a:defRPr sz="1600"/>
          </a:lvl6pPr>
          <a:lvl7pPr marL="1028700" indent="-171450" algn="ctr">
            <a:defRPr sz="1600"/>
          </a:lvl7pPr>
          <a:lvl8pPr marL="1200150" indent="-171450" algn="ctr">
            <a:defRPr sz="1600"/>
          </a:lvl8pPr>
          <a:lvl9pPr marL="1371600" indent="-171450" algn="ctr">
            <a:defRPr sz="1600"/>
          </a:lvl9pPr>
        </a:lstStyle>
        <a:p>
          <a:pPr lvl="0">
            <a:lnSpc>
              <a:spcPct val="100000"/>
            </a:lnSpc>
            <a:spcBef>
              <a:spcPct val="0"/>
            </a:spcBef>
            <a:spcAft>
              <a:spcPct val="35000"/>
            </a:spcAft>
          </a:pPr>
          <a:r>
            <a:rPr lang="en-US" altLang="zh-CN"/>
            <a:t>EDF</a:t>
          </a:r>
          <a:endParaRPr lang="en-US" altLang="zh-CN"/>
        </a:p>
      </dsp:txBody>
      <dsp:txXfrm>
        <a:off x="2211028" y="0"/>
        <a:ext cx="1403209" cy="701604"/>
      </dsp:txXfrm>
    </dsp:sp>
    <dsp:sp modelId="{2E81B90F-7494-41FF-808F-F7F82B993B40}">
      <dsp:nvSpPr>
        <dsp:cNvPr id="10" name="任意多边形 9"/>
        <dsp:cNvSpPr/>
      </dsp:nvSpPr>
      <dsp:spPr bwMode="white">
        <a:xfrm>
          <a:off x="1268861" y="1754184"/>
          <a:ext cx="1327288" cy="26667"/>
        </a:xfrm>
        <a:custGeom>
          <a:avLst/>
          <a:gdLst/>
          <a:ahLst/>
          <a:cxnLst/>
          <a:pathLst>
            <a:path w="2090" h="42">
              <a:moveTo>
                <a:pt x="600" y="967"/>
              </a:moveTo>
              <a:lnTo>
                <a:pt x="1490" y="-925"/>
              </a:lnTo>
            </a:path>
          </a:pathLst>
        </a:custGeom>
      </dsp:spPr>
      <dsp:style>
        <a:lnRef idx="2">
          <a:schemeClr val="accent1">
            <a:tint val="90000"/>
          </a:schemeClr>
        </a:lnRef>
        <a:fillRef idx="0">
          <a:schemeClr val="accent1">
            <a:tint val="90000"/>
          </a:schemeClr>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p>
      </dsp:txBody>
      <dsp:txXfrm>
        <a:off x="1268861" y="1754184"/>
        <a:ext cx="1327288" cy="26667"/>
      </dsp:txXfrm>
    </dsp:sp>
    <dsp:sp modelId="{3D382021-A429-4403-82FF-5A95DD3EBB20}">
      <dsp:nvSpPr>
        <dsp:cNvPr id="11" name="圆角矩形 10"/>
        <dsp:cNvSpPr/>
      </dsp:nvSpPr>
      <dsp:spPr bwMode="white">
        <a:xfrm>
          <a:off x="2215251" y="816317"/>
          <a:ext cx="1403209" cy="701604"/>
        </a:xfrm>
        <a:prstGeom prst="roundRect">
          <a:avLst>
            <a:gd name="adj" fmla="val 10000"/>
          </a:avLst>
        </a:prstGeom>
      </dsp:spPr>
      <dsp:style>
        <a:lnRef idx="3">
          <a:schemeClr val="lt1"/>
        </a:lnRef>
        <a:fillRef idx="1">
          <a:schemeClr val="accent1">
            <a:alpha val="70000"/>
            <a:hueOff val="0"/>
            <a:satOff val="0"/>
            <a:lumOff val="0"/>
            <a:alpha val="70196"/>
          </a:schemeClr>
        </a:fillRef>
        <a:effectRef idx="1">
          <a:scrgbClr r="0" g="0" b="0"/>
        </a:effectRef>
        <a:fontRef idx="minor">
          <a:schemeClr val="lt1"/>
        </a:fontRef>
      </dsp:style>
      <dsp:txBody>
        <a:bodyPr vert="horz" wrap="square" lIns="13335" tIns="13335" rIns="13335" bIns="13335" anchor="ctr"/>
        <a:lstStyle>
          <a:lvl1pPr algn="ctr">
            <a:defRPr sz="2100"/>
          </a:lvl1pPr>
          <a:lvl2pPr marL="171450" indent="-171450" algn="ctr">
            <a:defRPr sz="1600"/>
          </a:lvl2pPr>
          <a:lvl3pPr marL="342900" indent="-171450" algn="ctr">
            <a:defRPr sz="1600"/>
          </a:lvl3pPr>
          <a:lvl4pPr marL="514350" indent="-171450" algn="ctr">
            <a:defRPr sz="1600"/>
          </a:lvl4pPr>
          <a:lvl5pPr marL="685800" indent="-171450" algn="ctr">
            <a:defRPr sz="1600"/>
          </a:lvl5pPr>
          <a:lvl6pPr marL="857250" indent="-171450" algn="ctr">
            <a:defRPr sz="1600"/>
          </a:lvl6pPr>
          <a:lvl7pPr marL="1028700" indent="-171450" algn="ctr">
            <a:defRPr sz="1600"/>
          </a:lvl7pPr>
          <a:lvl8pPr marL="1200150" indent="-171450" algn="ctr">
            <a:defRPr sz="1600"/>
          </a:lvl8pPr>
          <a:lvl9pPr marL="1371600" indent="-171450" algn="ctr">
            <a:defRPr sz="1600"/>
          </a:lvl9pPr>
        </a:lstStyle>
        <a:p>
          <a:pPr lvl="0">
            <a:lnSpc>
              <a:spcPct val="100000"/>
            </a:lnSpc>
            <a:spcBef>
              <a:spcPct val="0"/>
            </a:spcBef>
            <a:spcAft>
              <a:spcPct val="35000"/>
            </a:spcAft>
          </a:pPr>
          <a:r>
            <a:rPr lang="en-US" altLang="zh-CN"/>
            <a:t>OC</a:t>
          </a:r>
          <a:endParaRPr lang="en-US" altLang="zh-CN"/>
        </a:p>
      </dsp:txBody>
      <dsp:txXfrm>
        <a:off x="2215251" y="816317"/>
        <a:ext cx="1403209" cy="701604"/>
      </dsp:txXfrm>
    </dsp:sp>
    <dsp:sp modelId="{B616E672-6244-4419-9F42-40A083BE2892}">
      <dsp:nvSpPr>
        <dsp:cNvPr id="15" name="任意多边形 14"/>
        <dsp:cNvSpPr/>
      </dsp:nvSpPr>
      <dsp:spPr bwMode="white">
        <a:xfrm>
          <a:off x="1585162" y="2152835"/>
          <a:ext cx="694686" cy="26667"/>
        </a:xfrm>
        <a:custGeom>
          <a:avLst/>
          <a:gdLst/>
          <a:ahLst/>
          <a:cxnLst/>
          <a:pathLst>
            <a:path w="1094" h="42">
              <a:moveTo>
                <a:pt x="102" y="339"/>
              </a:moveTo>
              <a:lnTo>
                <a:pt x="992" y="-297"/>
              </a:lnTo>
            </a:path>
          </a:pathLst>
        </a:custGeom>
      </dsp:spPr>
      <dsp:style>
        <a:lnRef idx="2">
          <a:schemeClr val="accent1">
            <a:tint val="90000"/>
          </a:schemeClr>
        </a:lnRef>
        <a:fillRef idx="0">
          <a:schemeClr val="accent1">
            <a:tint val="90000"/>
          </a:schemeClr>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p>
      </dsp:txBody>
      <dsp:txXfrm>
        <a:off x="1585162" y="2152835"/>
        <a:ext cx="694686" cy="26667"/>
      </dsp:txXfrm>
    </dsp:sp>
    <dsp:sp modelId="{0345EE78-0C42-4309-9345-CA4A5856319A}">
      <dsp:nvSpPr>
        <dsp:cNvPr id="16" name="圆角矩形 15"/>
        <dsp:cNvSpPr/>
      </dsp:nvSpPr>
      <dsp:spPr bwMode="white">
        <a:xfrm>
          <a:off x="2215251" y="1613620"/>
          <a:ext cx="1403209" cy="701604"/>
        </a:xfrm>
        <a:prstGeom prst="roundRect">
          <a:avLst>
            <a:gd name="adj" fmla="val 10000"/>
          </a:avLst>
        </a:prstGeom>
      </dsp:spPr>
      <dsp:style>
        <a:lnRef idx="3">
          <a:schemeClr val="lt1"/>
        </a:lnRef>
        <a:fillRef idx="1">
          <a:schemeClr val="accent1">
            <a:alpha val="70000"/>
            <a:hueOff val="0"/>
            <a:satOff val="0"/>
            <a:lumOff val="0"/>
            <a:alpha val="70196"/>
          </a:schemeClr>
        </a:fillRef>
        <a:effectRef idx="1">
          <a:scrgbClr r="0" g="0" b="0"/>
        </a:effectRef>
        <a:fontRef idx="minor">
          <a:schemeClr val="lt1"/>
        </a:fontRef>
      </dsp:style>
      <dsp:txBody>
        <a:bodyPr vert="horz" wrap="square" lIns="13335" tIns="13335" rIns="13335" bIns="13335" anchor="ctr"/>
        <a:lstStyle>
          <a:lvl1pPr algn="ctr">
            <a:defRPr sz="2100"/>
          </a:lvl1pPr>
          <a:lvl2pPr marL="171450" indent="-171450" algn="ctr">
            <a:defRPr sz="1600"/>
          </a:lvl2pPr>
          <a:lvl3pPr marL="342900" indent="-171450" algn="ctr">
            <a:defRPr sz="1600"/>
          </a:lvl3pPr>
          <a:lvl4pPr marL="514350" indent="-171450" algn="ctr">
            <a:defRPr sz="1600"/>
          </a:lvl4pPr>
          <a:lvl5pPr marL="685800" indent="-171450" algn="ctr">
            <a:defRPr sz="1600"/>
          </a:lvl5pPr>
          <a:lvl6pPr marL="857250" indent="-171450" algn="ctr">
            <a:defRPr sz="1600"/>
          </a:lvl6pPr>
          <a:lvl7pPr marL="1028700" indent="-171450" algn="ctr">
            <a:defRPr sz="1600"/>
          </a:lvl7pPr>
          <a:lvl8pPr marL="1200150" indent="-171450" algn="ctr">
            <a:defRPr sz="1600"/>
          </a:lvl8pPr>
          <a:lvl9pPr marL="1371600" indent="-171450" algn="ctr">
            <a:defRPr sz="1600"/>
          </a:lvl9pPr>
        </a:lstStyle>
        <a:p>
          <a:pPr lvl="0">
            <a:lnSpc>
              <a:spcPct val="100000"/>
            </a:lnSpc>
            <a:spcBef>
              <a:spcPct val="0"/>
            </a:spcBef>
            <a:spcAft>
              <a:spcPct val="35000"/>
            </a:spcAft>
          </a:pPr>
          <a:r>
            <a:rPr lang="en-US" altLang="zh-CN"/>
            <a:t>EPC</a:t>
          </a:r>
          <a:endParaRPr altLang="en-US"/>
        </a:p>
      </dsp:txBody>
      <dsp:txXfrm>
        <a:off x="2215251" y="1613620"/>
        <a:ext cx="1403209" cy="701604"/>
      </dsp:txXfrm>
    </dsp:sp>
    <dsp:sp modelId="{B2D3155B-8EA0-4D34-A087-4EBE66CF0987}">
      <dsp:nvSpPr>
        <dsp:cNvPr id="17" name="任意多边形 16"/>
        <dsp:cNvSpPr/>
      </dsp:nvSpPr>
      <dsp:spPr bwMode="white">
        <a:xfrm>
          <a:off x="1584789" y="2556293"/>
          <a:ext cx="691223" cy="26667"/>
        </a:xfrm>
        <a:custGeom>
          <a:avLst/>
          <a:gdLst/>
          <a:ahLst/>
          <a:cxnLst/>
          <a:pathLst>
            <a:path w="1089" h="42">
              <a:moveTo>
                <a:pt x="102" y="-297"/>
              </a:moveTo>
              <a:lnTo>
                <a:pt x="986" y="339"/>
              </a:lnTo>
            </a:path>
          </a:pathLst>
        </a:custGeom>
      </dsp:spPr>
      <dsp:style>
        <a:lnRef idx="2">
          <a:schemeClr val="accent1">
            <a:tint val="90000"/>
          </a:schemeClr>
        </a:lnRef>
        <a:fillRef idx="0">
          <a:schemeClr val="accent1">
            <a:tint val="90000"/>
          </a:schemeClr>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p>
      </dsp:txBody>
      <dsp:txXfrm>
        <a:off x="1584789" y="2556293"/>
        <a:ext cx="691223" cy="26667"/>
      </dsp:txXfrm>
    </dsp:sp>
    <dsp:sp modelId="{ECC5BCB5-EA76-46E1-B1CC-F6ADA42BBB32}">
      <dsp:nvSpPr>
        <dsp:cNvPr id="18" name="圆角矩形 17"/>
        <dsp:cNvSpPr/>
      </dsp:nvSpPr>
      <dsp:spPr bwMode="white">
        <a:xfrm>
          <a:off x="2211042" y="2420535"/>
          <a:ext cx="1403209" cy="701604"/>
        </a:xfrm>
        <a:prstGeom prst="roundRect">
          <a:avLst>
            <a:gd name="adj" fmla="val 10000"/>
          </a:avLst>
        </a:prstGeom>
      </dsp:spPr>
      <dsp:style>
        <a:lnRef idx="3">
          <a:schemeClr val="lt1"/>
        </a:lnRef>
        <a:fillRef idx="1">
          <a:schemeClr val="accent1">
            <a:alpha val="70000"/>
            <a:hueOff val="0"/>
            <a:satOff val="0"/>
            <a:lumOff val="0"/>
            <a:alpha val="70196"/>
          </a:schemeClr>
        </a:fillRef>
        <a:effectRef idx="1">
          <a:scrgbClr r="0" g="0" b="0"/>
        </a:effectRef>
        <a:fontRef idx="minor">
          <a:schemeClr val="lt1"/>
        </a:fontRef>
      </dsp:style>
      <dsp:txBody>
        <a:bodyPr vert="horz" wrap="square" lIns="13335" tIns="13335" rIns="13335" bIns="13335" anchor="ctr"/>
        <a:lstStyle>
          <a:lvl1pPr algn="ctr">
            <a:defRPr sz="2100"/>
          </a:lvl1pPr>
          <a:lvl2pPr marL="171450" indent="-171450" algn="ctr">
            <a:defRPr sz="1600"/>
          </a:lvl2pPr>
          <a:lvl3pPr marL="342900" indent="-171450" algn="ctr">
            <a:defRPr sz="1600"/>
          </a:lvl3pPr>
          <a:lvl4pPr marL="514350" indent="-171450" algn="ctr">
            <a:defRPr sz="1600"/>
          </a:lvl4pPr>
          <a:lvl5pPr marL="685800" indent="-171450" algn="ctr">
            <a:defRPr sz="1600"/>
          </a:lvl5pPr>
          <a:lvl6pPr marL="857250" indent="-171450" algn="ctr">
            <a:defRPr sz="1600"/>
          </a:lvl6pPr>
          <a:lvl7pPr marL="1028700" indent="-171450" algn="ctr">
            <a:defRPr sz="1600"/>
          </a:lvl7pPr>
          <a:lvl8pPr marL="1200150" indent="-171450" algn="ctr">
            <a:defRPr sz="1600"/>
          </a:lvl8pPr>
          <a:lvl9pPr marL="1371600" indent="-171450" algn="ctr">
            <a:defRPr sz="1600"/>
          </a:lvl9pPr>
        </a:lstStyle>
        <a:p>
          <a:pPr lvl="0">
            <a:lnSpc>
              <a:spcPct val="100000"/>
            </a:lnSpc>
            <a:spcBef>
              <a:spcPct val="0"/>
            </a:spcBef>
            <a:spcAft>
              <a:spcPct val="35000"/>
            </a:spcAft>
          </a:pPr>
          <a:r>
            <a:rPr lang="en-US" altLang="zh-CN"/>
            <a:t>PD-ISO</a:t>
          </a:r>
          <a:endParaRPr altLang="en-US"/>
        </a:p>
      </dsp:txBody>
      <dsp:txXfrm>
        <a:off x="2211042" y="2420535"/>
        <a:ext cx="1403209" cy="701604"/>
      </dsp:txXfrm>
    </dsp:sp>
    <dsp:sp modelId="{1DB743B0-DD85-4446-B01F-D58979D463F8}">
      <dsp:nvSpPr>
        <dsp:cNvPr id="20" name="任意多边形 19"/>
        <dsp:cNvSpPr/>
      </dsp:nvSpPr>
      <dsp:spPr bwMode="white">
        <a:xfrm>
          <a:off x="1263357" y="2959716"/>
          <a:ext cx="1334087" cy="26667"/>
        </a:xfrm>
        <a:custGeom>
          <a:avLst/>
          <a:gdLst/>
          <a:ahLst/>
          <a:cxnLst/>
          <a:pathLst>
            <a:path w="2101" h="42">
              <a:moveTo>
                <a:pt x="609" y="-932"/>
              </a:moveTo>
              <a:lnTo>
                <a:pt x="1492" y="974"/>
              </a:lnTo>
            </a:path>
          </a:pathLst>
        </a:custGeom>
      </dsp:spPr>
      <dsp:style>
        <a:lnRef idx="2">
          <a:schemeClr val="accent1">
            <a:tint val="90000"/>
          </a:schemeClr>
        </a:lnRef>
        <a:fillRef idx="0">
          <a:schemeClr val="accent1">
            <a:tint val="90000"/>
          </a:schemeClr>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p>
      </dsp:txBody>
      <dsp:txXfrm>
        <a:off x="1263357" y="2959716"/>
        <a:ext cx="1334087" cy="26667"/>
      </dsp:txXfrm>
    </dsp:sp>
    <dsp:sp modelId="{CEF6146F-18C4-4DC9-ACEC-1707C78C076A}">
      <dsp:nvSpPr>
        <dsp:cNvPr id="21" name="圆角矩形 20"/>
        <dsp:cNvSpPr/>
      </dsp:nvSpPr>
      <dsp:spPr bwMode="white">
        <a:xfrm>
          <a:off x="2211042" y="3227380"/>
          <a:ext cx="1403209" cy="701604"/>
        </a:xfrm>
        <a:prstGeom prst="roundRect">
          <a:avLst>
            <a:gd name="adj" fmla="val 10000"/>
          </a:avLst>
        </a:prstGeom>
      </dsp:spPr>
      <dsp:style>
        <a:lnRef idx="3">
          <a:schemeClr val="lt1"/>
        </a:lnRef>
        <a:fillRef idx="1">
          <a:schemeClr val="accent1">
            <a:alpha val="70000"/>
            <a:hueOff val="0"/>
            <a:satOff val="0"/>
            <a:lumOff val="0"/>
            <a:alpha val="70196"/>
          </a:schemeClr>
        </a:fillRef>
        <a:effectRef idx="1">
          <a:scrgbClr r="0" g="0" b="0"/>
        </a:effectRef>
        <a:fontRef idx="minor">
          <a:schemeClr val="lt1"/>
        </a:fontRef>
      </dsp:style>
      <dsp:txBody>
        <a:bodyPr vert="horz" wrap="square" lIns="13335" tIns="13335" rIns="13335" bIns="13335" anchor="ctr"/>
        <a:lstStyle>
          <a:lvl1pPr algn="ctr">
            <a:defRPr sz="2100"/>
          </a:lvl1pPr>
          <a:lvl2pPr marL="171450" indent="-171450" algn="ctr">
            <a:defRPr sz="1600"/>
          </a:lvl2pPr>
          <a:lvl3pPr marL="342900" indent="-171450" algn="ctr">
            <a:defRPr sz="1600"/>
          </a:lvl3pPr>
          <a:lvl4pPr marL="514350" indent="-171450" algn="ctr">
            <a:defRPr sz="1600"/>
          </a:lvl4pPr>
          <a:lvl5pPr marL="685800" indent="-171450" algn="ctr">
            <a:defRPr sz="1600"/>
          </a:lvl5pPr>
          <a:lvl6pPr marL="857250" indent="-171450" algn="ctr">
            <a:defRPr sz="1600"/>
          </a:lvl6pPr>
          <a:lvl7pPr marL="1028700" indent="-171450" algn="ctr">
            <a:defRPr sz="1600"/>
          </a:lvl7pPr>
          <a:lvl8pPr marL="1200150" indent="-171450" algn="ctr">
            <a:defRPr sz="1600"/>
          </a:lvl8pPr>
          <a:lvl9pPr marL="1371600" indent="-171450" algn="ctr">
            <a:defRPr sz="1600"/>
          </a:lvl9pPr>
        </a:lstStyle>
        <a:p>
          <a:pPr lvl="0">
            <a:lnSpc>
              <a:spcPct val="100000"/>
            </a:lnSpc>
            <a:spcBef>
              <a:spcPct val="0"/>
            </a:spcBef>
            <a:spcAft>
              <a:spcPct val="35000"/>
            </a:spcAft>
          </a:pPr>
          <a:r>
            <a:rPr lang="en-US" altLang="zh-CN"/>
            <a:t>SMF</a:t>
          </a:r>
          <a:endParaRPr altLang="en-US"/>
        </a:p>
      </dsp:txBody>
      <dsp:txXfrm>
        <a:off x="2211042" y="3227380"/>
        <a:ext cx="1403209" cy="701604"/>
      </dsp:txXfrm>
    </dsp:sp>
    <dsp:sp modelId="{928F94F7-B19D-4F9B-AB8E-9846A7974532}">
      <dsp:nvSpPr>
        <dsp:cNvPr id="23" name="任意多边形 22"/>
        <dsp:cNvSpPr/>
      </dsp:nvSpPr>
      <dsp:spPr bwMode="white">
        <a:xfrm>
          <a:off x="883526" y="3363138"/>
          <a:ext cx="2093749" cy="26667"/>
        </a:xfrm>
        <a:custGeom>
          <a:avLst/>
          <a:gdLst/>
          <a:ahLst/>
          <a:cxnLst/>
          <a:pathLst>
            <a:path w="3297" h="42">
              <a:moveTo>
                <a:pt x="1207" y="-1567"/>
              </a:moveTo>
              <a:lnTo>
                <a:pt x="2091" y="1609"/>
              </a:lnTo>
            </a:path>
          </a:pathLst>
        </a:custGeom>
      </dsp:spPr>
      <dsp:style>
        <a:lnRef idx="2">
          <a:schemeClr val="accent1">
            <a:tint val="90000"/>
          </a:schemeClr>
        </a:lnRef>
        <a:fillRef idx="0">
          <a:schemeClr val="accent1">
            <a:tint val="90000"/>
          </a:schemeClr>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p>
      </dsp:txBody>
      <dsp:txXfrm>
        <a:off x="883526" y="3363138"/>
        <a:ext cx="2093749" cy="26667"/>
      </dsp:txXfrm>
    </dsp:sp>
    <dsp:sp modelId="{6FCA4F3F-347D-4EE4-AD74-CDCEB510BCD9}">
      <dsp:nvSpPr>
        <dsp:cNvPr id="24" name="圆角矩形 23"/>
        <dsp:cNvSpPr/>
      </dsp:nvSpPr>
      <dsp:spPr bwMode="white">
        <a:xfrm>
          <a:off x="2211042" y="4034226"/>
          <a:ext cx="1403209" cy="701604"/>
        </a:xfrm>
        <a:prstGeom prst="roundRect">
          <a:avLst>
            <a:gd name="adj" fmla="val 10000"/>
          </a:avLst>
        </a:prstGeom>
      </dsp:spPr>
      <dsp:style>
        <a:lnRef idx="3">
          <a:schemeClr val="lt1"/>
        </a:lnRef>
        <a:fillRef idx="1">
          <a:schemeClr val="accent1">
            <a:alpha val="70000"/>
            <a:hueOff val="0"/>
            <a:satOff val="0"/>
            <a:lumOff val="0"/>
            <a:alpha val="70196"/>
          </a:schemeClr>
        </a:fillRef>
        <a:effectRef idx="1">
          <a:scrgbClr r="0" g="0" b="0"/>
        </a:effectRef>
        <a:fontRef idx="minor">
          <a:schemeClr val="lt1"/>
        </a:fontRef>
      </dsp:style>
      <dsp:txBody>
        <a:bodyPr vert="horz" wrap="square" lIns="13335" tIns="13335" rIns="13335" bIns="13335" anchor="ctr"/>
        <a:lstStyle>
          <a:lvl1pPr algn="ctr">
            <a:defRPr sz="2100"/>
          </a:lvl1pPr>
          <a:lvl2pPr marL="171450" indent="-171450" algn="ctr">
            <a:defRPr sz="1600"/>
          </a:lvl2pPr>
          <a:lvl3pPr marL="342900" indent="-171450" algn="ctr">
            <a:defRPr sz="1600"/>
          </a:lvl3pPr>
          <a:lvl4pPr marL="514350" indent="-171450" algn="ctr">
            <a:defRPr sz="1600"/>
          </a:lvl4pPr>
          <a:lvl5pPr marL="685800" indent="-171450" algn="ctr">
            <a:defRPr sz="1600"/>
          </a:lvl5pPr>
          <a:lvl6pPr marL="857250" indent="-171450" algn="ctr">
            <a:defRPr sz="1600"/>
          </a:lvl6pPr>
          <a:lvl7pPr marL="1028700" indent="-171450" algn="ctr">
            <a:defRPr sz="1600"/>
          </a:lvl7pPr>
          <a:lvl8pPr marL="1200150" indent="-171450" algn="ctr">
            <a:defRPr sz="1600"/>
          </a:lvl8pPr>
          <a:lvl9pPr marL="1371600" indent="-171450" algn="ctr">
            <a:defRPr sz="1600"/>
          </a:lvl9pPr>
        </a:lstStyle>
        <a:p>
          <a:pPr lvl="0">
            <a:lnSpc>
              <a:spcPct val="100000"/>
            </a:lnSpc>
            <a:spcBef>
              <a:spcPct val="0"/>
            </a:spcBef>
            <a:spcAft>
              <a:spcPct val="35000"/>
            </a:spcAft>
          </a:pPr>
          <a:r>
            <a:rPr lang="zh-CN">
              <a:ea typeface="宋体" charset="0"/>
            </a:rPr>
            <a:t>光电转换器</a:t>
          </a:r>
          <a:endParaRPr lang="zh-CN">
            <a:ea typeface="宋体" charset="0"/>
          </a:endParaRPr>
        </a:p>
      </dsp:txBody>
      <dsp:txXfrm>
        <a:off x="2211042" y="4034226"/>
        <a:ext cx="1403209" cy="70160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rSet qsTypeId="urn:microsoft.com/office/officeart/2005/8/quickstyle/simple5"/>
        </dgm:pt>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endSty" val="noArr"/>
                        <dgm:param type="begPts" val="midR"/>
                        <dgm:param type="endPts" val="midL"/>
                      </dgm:alg>
                    </dgm:if>
                    <dgm:else name="Name14">
                      <dgm:alg type="conn">
                        <dgm:param type="dim" val="1D"/>
                        <dgm:param type="endSty" val="noArr"/>
                        <dgm:param type="begPts" val="midL"/>
                        <dgm:param type="endPts" val="mid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3">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514621928" name="頁首預留位置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zh-CN"/>
          </a:p>
        </p:txBody>
      </p:sp>
      <p:sp>
        <p:nvSpPr>
          <p:cNvPr id="988659324" name="日期預留位置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US"/>
            </a:fld>
            <a:endParaRPr lang="zh-CN"/>
          </a:p>
        </p:txBody>
      </p:sp>
      <p:sp>
        <p:nvSpPr>
          <p:cNvPr id="131669479" name="投影片影像預留位置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zh-CN"/>
          </a:p>
        </p:txBody>
      </p:sp>
      <p:sp>
        <p:nvSpPr>
          <p:cNvPr id="133940061" name="備忘稿預留位置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zh-CN"/>
              <a:t>单击此处编辑母版文本样式</a:t>
            </a:r>
            <a:endParaRPr lang="zh-CN"/>
          </a:p>
          <a:p>
            <a:pPr lvl="1">
              <a:defRPr/>
            </a:pPr>
            <a:r>
              <a:rPr lang="zh-CN"/>
              <a:t>二级</a:t>
            </a:r>
            <a:endParaRPr lang="zh-CN"/>
          </a:p>
          <a:p>
            <a:pPr lvl="2">
              <a:defRPr/>
            </a:pPr>
            <a:r>
              <a:rPr lang="zh-CN"/>
              <a:t>三级</a:t>
            </a:r>
            <a:endParaRPr lang="zh-CN"/>
          </a:p>
          <a:p>
            <a:pPr lvl="3">
              <a:defRPr/>
            </a:pPr>
            <a:r>
              <a:rPr lang="zh-CN"/>
              <a:t>四级</a:t>
            </a:r>
            <a:endParaRPr lang="zh-CN"/>
          </a:p>
          <a:p>
            <a:pPr lvl="4">
              <a:defRPr/>
            </a:pPr>
            <a:r>
              <a:rPr lang="zh-CN"/>
              <a:t>五级</a:t>
            </a:r>
            <a:endParaRPr lang="zh-CN"/>
          </a:p>
        </p:txBody>
      </p:sp>
      <p:sp>
        <p:nvSpPr>
          <p:cNvPr id="1080669377" name="頁尾預留位置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zh-CN"/>
          </a:p>
        </p:txBody>
      </p:sp>
      <p:sp>
        <p:nvSpPr>
          <p:cNvPr id="1103087828" name="投影片編號預留位置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zh-CN"/>
            </a:fld>
            <a:endParaRPr lang="zh-CN"/>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99390416" name="投影片影像預留位置 1"/>
          <p:cNvSpPr>
            <a:spLocks noGrp="1" noRot="1" noChangeAspect="1"/>
          </p:cNvSpPr>
          <p:nvPr>
            <p:ph type="sldImg"/>
          </p:nvPr>
        </p:nvSpPr>
        <p:spPr bwMode="auto">
          <a:xfrm>
            <a:off x="685800" y="1143000"/>
            <a:ext cx="5486400" cy="3086100"/>
          </a:xfrm>
        </p:spPr>
      </p:sp>
      <p:sp>
        <p:nvSpPr>
          <p:cNvPr id="612973922" name="備忘稿預留位置 2"/>
          <p:cNvSpPr>
            <a:spLocks noGrp="1"/>
          </p:cNvSpPr>
          <p:nvPr>
            <p:ph type="body" idx="1"/>
          </p:nvPr>
        </p:nvSpPr>
        <p:spPr bwMode="auto"/>
        <p:txBody>
          <a:bodyPr/>
          <a:lstStyle/>
          <a:p>
            <a:pPr>
              <a:defRPr/>
            </a:pPr>
            <a:endParaRPr lang="zh-CN">
              <a:latin typeface="Arial" panose="020B0604020202020204"/>
              <a:cs typeface="Arial" panose="020B0604020202020204"/>
            </a:endParaRPr>
          </a:p>
        </p:txBody>
      </p:sp>
      <p:sp>
        <p:nvSpPr>
          <p:cNvPr id="1682118292" name="投影片編號預留位置 3"/>
          <p:cNvSpPr>
            <a:spLocks noGrp="1"/>
          </p:cNvSpPr>
          <p:nvPr>
            <p:ph type="sldNum" sz="quarter" idx="10"/>
          </p:nvPr>
        </p:nvSpPr>
        <p:spPr bwMode="auto"/>
        <p:txBody>
          <a:bodyPr/>
          <a:lstStyle/>
          <a:p>
            <a:pPr>
              <a:defRPr/>
            </a:pPr>
            <a:fld id="{2E6999B8-B6B4-4561-A3CD-BBCDAB9FC9D9}" type="slidenum">
              <a:rPr lang="zh-CN"/>
            </a:fld>
            <a:endParaRPr 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p>
        </p:txBody>
      </p:sp>
      <p:sp>
        <p:nvSpPr>
          <p:cNvPr id="4" name="Slide Number Placeholder 3"/>
          <p:cNvSpPr>
            <a:spLocks noGrp="1"/>
          </p:cNvSpPr>
          <p:nvPr>
            <p:ph type="sldNum" sz="quarter" idx="10"/>
          </p:nvPr>
        </p:nvSpPr>
        <p:spPr bwMode="auto"/>
        <p:txBody>
          <a:bodyPr/>
          <a:lstStyle/>
          <a:p>
            <a:pPr>
              <a:defRPr/>
            </a:pPr>
            <a:fld id="{A6642F09-B88D-E605-A165-4599EB7BEE43}" type="slidenum">
              <a:rPr/>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p>
        </p:txBody>
      </p:sp>
      <p:sp>
        <p:nvSpPr>
          <p:cNvPr id="4" name="Slide Number Placeholder 3"/>
          <p:cNvSpPr>
            <a:spLocks noGrp="1"/>
          </p:cNvSpPr>
          <p:nvPr>
            <p:ph type="sldNum" sz="quarter" idx="10"/>
          </p:nvPr>
        </p:nvSpPr>
        <p:spPr bwMode="auto"/>
        <p:txBody>
          <a:bodyPr/>
          <a:lstStyle/>
          <a:p>
            <a:pPr>
              <a:defRPr/>
            </a:pPr>
            <a:fld id="{3F1B94D0-7CBB-DDAB-6FF1-E43CC9E3530A}" type="slidenum">
              <a:rPr/>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PhAnim="0" userDrawn="1">
  <p:cSld name="标题幻灯片">
    <p:spTree>
      <p:nvGrpSpPr>
        <p:cNvPr id="1" name=""/>
        <p:cNvGrpSpPr/>
        <p:nvPr/>
      </p:nvGrpSpPr>
      <p:grpSpPr bwMode="auto">
        <a:xfrm>
          <a:off x="0" y="0"/>
          <a:ext cx="0" cy="0"/>
          <a:chOff x="0" y="0"/>
          <a:chExt cx="0" cy="0"/>
        </a:xfrm>
      </p:grpSpPr>
      <p:sp>
        <p:nvSpPr>
          <p:cNvPr id="580765561" name="标题 1"/>
          <p:cNvSpPr>
            <a:spLocks noGrp="1"/>
          </p:cNvSpPr>
          <p:nvPr>
            <p:ph type="ctrTitle"/>
          </p:nvPr>
        </p:nvSpPr>
        <p:spPr bwMode="auto">
          <a:xfrm>
            <a:off x="1524000" y="1122363"/>
            <a:ext cx="9144000" cy="2387600"/>
          </a:xfrm>
        </p:spPr>
        <p:txBody>
          <a:bodyPr anchor="b"/>
          <a:lstStyle>
            <a:lvl1pPr algn="ctr">
              <a:defRPr sz="6000"/>
            </a:lvl1pPr>
          </a:lstStyle>
          <a:p>
            <a:pPr>
              <a:defRPr/>
            </a:pPr>
            <a:r>
              <a:rPr lang="zh-CN"/>
              <a:t>单击此处编辑母版标题样式</a:t>
            </a:r>
            <a:endParaRPr lang="zh-CN"/>
          </a:p>
        </p:txBody>
      </p:sp>
      <p:sp>
        <p:nvSpPr>
          <p:cNvPr id="2099184743" name="副标题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zh-CN"/>
              <a:t>单击此处编辑母版副标题样式</a:t>
            </a:r>
            <a:endParaRPr lang="zh-CN"/>
          </a:p>
        </p:txBody>
      </p:sp>
      <p:sp>
        <p:nvSpPr>
          <p:cNvPr id="648774022" name="日期占位符 3"/>
          <p:cNvSpPr>
            <a:spLocks noGrp="1"/>
          </p:cNvSpPr>
          <p:nvPr>
            <p:ph type="dt" sz="half" idx="10"/>
          </p:nvPr>
        </p:nvSpPr>
        <p:spPr bwMode="auto"/>
        <p:txBody>
          <a:bodyPr/>
          <a:lstStyle/>
          <a:p>
            <a:pPr>
              <a:defRPr/>
            </a:pPr>
            <a:fld id="{BCC18F51-09EC-435C-A3BA-64A766E099C0}" type="datetimeFigureOut">
              <a:rPr lang="en-US"/>
            </a:fld>
            <a:endParaRPr lang="zh-CN"/>
          </a:p>
        </p:txBody>
      </p:sp>
      <p:sp>
        <p:nvSpPr>
          <p:cNvPr id="1815373382" name="页脚占位符 4"/>
          <p:cNvSpPr>
            <a:spLocks noGrp="1"/>
          </p:cNvSpPr>
          <p:nvPr>
            <p:ph type="ftr" sz="quarter" idx="11"/>
          </p:nvPr>
        </p:nvSpPr>
        <p:spPr bwMode="auto"/>
        <p:txBody>
          <a:bodyPr/>
          <a:lstStyle/>
          <a:p>
            <a:pPr>
              <a:defRPr/>
            </a:pPr>
            <a:endParaRPr lang="zh-CN"/>
          </a:p>
        </p:txBody>
      </p:sp>
      <p:sp>
        <p:nvSpPr>
          <p:cNvPr id="1882444621" name="灯片编号占位符 5"/>
          <p:cNvSpPr>
            <a:spLocks noGrp="1"/>
          </p:cNvSpPr>
          <p:nvPr>
            <p:ph type="sldNum" sz="quarter" idx="12"/>
          </p:nvPr>
        </p:nvSpPr>
        <p:spPr bwMode="auto"/>
        <p:txBody>
          <a:bodyPr/>
          <a:lstStyle/>
          <a:p>
            <a:pPr>
              <a:defRPr/>
            </a:pPr>
            <a:fld id="{08395586-F03A-48D1-94DF-16B239DF4FB5}"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PhAnim="0" userDrawn="1">
  <p:cSld name="标题和内容">
    <p:spTree>
      <p:nvGrpSpPr>
        <p:cNvPr id="1" name=""/>
        <p:cNvGrpSpPr/>
        <p:nvPr/>
      </p:nvGrpSpPr>
      <p:grpSpPr bwMode="auto">
        <a:xfrm>
          <a:off x="0" y="0"/>
          <a:ext cx="0" cy="0"/>
          <a:chOff x="0" y="0"/>
          <a:chExt cx="0" cy="0"/>
        </a:xfrm>
      </p:grpSpPr>
      <p:sp>
        <p:nvSpPr>
          <p:cNvPr id="341035921" name="标题 1"/>
          <p:cNvSpPr>
            <a:spLocks noGrp="1"/>
          </p:cNvSpPr>
          <p:nvPr>
            <p:ph type="title"/>
          </p:nvPr>
        </p:nvSpPr>
        <p:spPr bwMode="auto"/>
        <p:txBody>
          <a:bodyPr/>
          <a:lstStyle/>
          <a:p>
            <a:pPr>
              <a:defRPr/>
            </a:pPr>
            <a:r>
              <a:rPr lang="zh-CN"/>
              <a:t>单击此处编辑母版标题样式</a:t>
            </a:r>
            <a:endParaRPr lang="zh-CN"/>
          </a:p>
        </p:txBody>
      </p:sp>
      <p:sp>
        <p:nvSpPr>
          <p:cNvPr id="1388610265" name="内容占位符 2"/>
          <p:cNvSpPr>
            <a:spLocks noGrp="1"/>
          </p:cNvSpPr>
          <p:nvPr>
            <p:ph idx="1"/>
          </p:nvPr>
        </p:nvSpPr>
        <p:spPr bwMode="auto"/>
        <p:txBody>
          <a:bodyPr/>
          <a:lstStyle/>
          <a:p>
            <a:pPr lvl="0">
              <a:defRPr/>
            </a:pPr>
            <a:r>
              <a:rPr lang="zh-CN"/>
              <a:t>单击此处编辑母版文本样式</a:t>
            </a:r>
            <a:endParaRPr lang="zh-CN"/>
          </a:p>
          <a:p>
            <a:pPr lvl="1">
              <a:defRPr/>
            </a:pPr>
            <a:r>
              <a:rPr lang="zh-CN"/>
              <a:t>二级</a:t>
            </a:r>
            <a:endParaRPr lang="zh-CN"/>
          </a:p>
          <a:p>
            <a:pPr lvl="2">
              <a:defRPr/>
            </a:pPr>
            <a:r>
              <a:rPr lang="zh-CN"/>
              <a:t>三级</a:t>
            </a:r>
            <a:endParaRPr lang="zh-CN"/>
          </a:p>
          <a:p>
            <a:pPr lvl="3">
              <a:defRPr/>
            </a:pPr>
            <a:r>
              <a:rPr lang="zh-CN"/>
              <a:t>四级</a:t>
            </a:r>
            <a:endParaRPr lang="zh-CN"/>
          </a:p>
          <a:p>
            <a:pPr lvl="4">
              <a:defRPr/>
            </a:pPr>
            <a:r>
              <a:rPr lang="zh-CN"/>
              <a:t>五级</a:t>
            </a:r>
            <a:endParaRPr lang="zh-CN"/>
          </a:p>
        </p:txBody>
      </p:sp>
      <p:sp>
        <p:nvSpPr>
          <p:cNvPr id="1149246803" name="日期占位符 3"/>
          <p:cNvSpPr>
            <a:spLocks noGrp="1"/>
          </p:cNvSpPr>
          <p:nvPr>
            <p:ph type="dt" sz="half" idx="10"/>
          </p:nvPr>
        </p:nvSpPr>
        <p:spPr bwMode="auto"/>
        <p:txBody>
          <a:bodyPr/>
          <a:lstStyle/>
          <a:p>
            <a:pPr>
              <a:defRPr/>
            </a:pPr>
            <a:fld id="{BCC18F51-09EC-435C-A3BA-64A766E099C0}" type="datetimeFigureOut">
              <a:rPr lang="en-US"/>
            </a:fld>
            <a:endParaRPr lang="zh-CN"/>
          </a:p>
        </p:txBody>
      </p:sp>
      <p:sp>
        <p:nvSpPr>
          <p:cNvPr id="467627411" name="页脚占位符 4"/>
          <p:cNvSpPr>
            <a:spLocks noGrp="1"/>
          </p:cNvSpPr>
          <p:nvPr>
            <p:ph type="ftr" sz="quarter" idx="11"/>
          </p:nvPr>
        </p:nvSpPr>
        <p:spPr bwMode="auto"/>
        <p:txBody>
          <a:bodyPr/>
          <a:lstStyle/>
          <a:p>
            <a:pPr>
              <a:defRPr/>
            </a:pPr>
            <a:endParaRPr lang="zh-CN"/>
          </a:p>
        </p:txBody>
      </p:sp>
      <p:sp>
        <p:nvSpPr>
          <p:cNvPr id="344142325" name="灯片编号占位符 5"/>
          <p:cNvSpPr>
            <a:spLocks noGrp="1"/>
          </p:cNvSpPr>
          <p:nvPr>
            <p:ph type="sldNum" sz="quarter" idx="12"/>
          </p:nvPr>
        </p:nvSpPr>
        <p:spPr bwMode="auto"/>
        <p:txBody>
          <a:bodyPr/>
          <a:lstStyle/>
          <a:p>
            <a:pPr>
              <a:defRPr/>
            </a:pPr>
            <a:fld id="{08395586-F03A-48D1-94DF-16B239DF4FB5}"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PhAnim="0" userDrawn="1">
  <p:cSld name="节标题">
    <p:spTree>
      <p:nvGrpSpPr>
        <p:cNvPr id="1" name=""/>
        <p:cNvGrpSpPr/>
        <p:nvPr/>
      </p:nvGrpSpPr>
      <p:grpSpPr bwMode="auto">
        <a:xfrm>
          <a:off x="0" y="0"/>
          <a:ext cx="0" cy="0"/>
          <a:chOff x="0" y="0"/>
          <a:chExt cx="0" cy="0"/>
        </a:xfrm>
      </p:grpSpPr>
      <p:sp>
        <p:nvSpPr>
          <p:cNvPr id="1634771563" name="标题 1"/>
          <p:cNvSpPr>
            <a:spLocks noGrp="1"/>
          </p:cNvSpPr>
          <p:nvPr>
            <p:ph type="title"/>
          </p:nvPr>
        </p:nvSpPr>
        <p:spPr bwMode="auto">
          <a:xfrm>
            <a:off x="831850" y="1709738"/>
            <a:ext cx="10515600" cy="2852737"/>
          </a:xfrm>
        </p:spPr>
        <p:txBody>
          <a:bodyPr anchor="b"/>
          <a:lstStyle>
            <a:lvl1pPr>
              <a:defRPr sz="6000"/>
            </a:lvl1pPr>
          </a:lstStyle>
          <a:p>
            <a:pPr>
              <a:defRPr/>
            </a:pPr>
            <a:r>
              <a:rPr lang="zh-CN"/>
              <a:t>单击此处编辑母版标题样式</a:t>
            </a:r>
            <a:endParaRPr lang="zh-CN"/>
          </a:p>
        </p:txBody>
      </p:sp>
      <p:sp>
        <p:nvSpPr>
          <p:cNvPr id="181209226" name="文本占位符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zh-CN"/>
              <a:t>单击此处编辑母版文本样式</a:t>
            </a:r>
            <a:endParaRPr lang="zh-CN"/>
          </a:p>
        </p:txBody>
      </p:sp>
      <p:sp>
        <p:nvSpPr>
          <p:cNvPr id="274314693" name="日期占位符 3"/>
          <p:cNvSpPr>
            <a:spLocks noGrp="1"/>
          </p:cNvSpPr>
          <p:nvPr>
            <p:ph type="dt" sz="half" idx="10"/>
          </p:nvPr>
        </p:nvSpPr>
        <p:spPr bwMode="auto"/>
        <p:txBody>
          <a:bodyPr/>
          <a:lstStyle/>
          <a:p>
            <a:pPr>
              <a:defRPr/>
            </a:pPr>
            <a:fld id="{BCC18F51-09EC-435C-A3BA-64A766E099C0}" type="datetimeFigureOut">
              <a:rPr lang="en-US"/>
            </a:fld>
            <a:endParaRPr lang="zh-CN"/>
          </a:p>
        </p:txBody>
      </p:sp>
      <p:sp>
        <p:nvSpPr>
          <p:cNvPr id="1223074936" name="页脚占位符 4"/>
          <p:cNvSpPr>
            <a:spLocks noGrp="1"/>
          </p:cNvSpPr>
          <p:nvPr>
            <p:ph type="ftr" sz="quarter" idx="11"/>
          </p:nvPr>
        </p:nvSpPr>
        <p:spPr bwMode="auto"/>
        <p:txBody>
          <a:bodyPr/>
          <a:lstStyle/>
          <a:p>
            <a:pPr>
              <a:defRPr/>
            </a:pPr>
            <a:endParaRPr lang="zh-CN"/>
          </a:p>
        </p:txBody>
      </p:sp>
      <p:sp>
        <p:nvSpPr>
          <p:cNvPr id="670498936" name="Slide Number Placeholder 5"/>
          <p:cNvSpPr>
            <a:spLocks noGrp="1"/>
          </p:cNvSpPr>
          <p:nvPr>
            <p:ph type="sldNum" sz="quarter" idx="12"/>
          </p:nvPr>
        </p:nvSpPr>
        <p:spPr bwMode="auto"/>
        <p:txBody>
          <a:bodyPr/>
          <a:lstStyle/>
          <a:p>
            <a:pPr>
              <a:defRPr/>
            </a:pPr>
            <a:fld id="{08395586-F03A-48D1-94DF-16B239DF4FB5}"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PhAnim="0" userDrawn="1">
  <p:cSld name="两栏内容">
    <p:spTree>
      <p:nvGrpSpPr>
        <p:cNvPr id="1" name=""/>
        <p:cNvGrpSpPr/>
        <p:nvPr/>
      </p:nvGrpSpPr>
      <p:grpSpPr bwMode="auto">
        <a:xfrm>
          <a:off x="0" y="0"/>
          <a:ext cx="0" cy="0"/>
          <a:chOff x="0" y="0"/>
          <a:chExt cx="0" cy="0"/>
        </a:xfrm>
      </p:grpSpPr>
      <p:sp>
        <p:nvSpPr>
          <p:cNvPr id="692765612" name="标题 1"/>
          <p:cNvSpPr>
            <a:spLocks noGrp="1"/>
          </p:cNvSpPr>
          <p:nvPr>
            <p:ph type="title"/>
          </p:nvPr>
        </p:nvSpPr>
        <p:spPr bwMode="auto"/>
        <p:txBody>
          <a:bodyPr/>
          <a:lstStyle/>
          <a:p>
            <a:pPr>
              <a:defRPr/>
            </a:pPr>
            <a:r>
              <a:rPr lang="zh-CN"/>
              <a:t>单击此处编辑母版标题样式</a:t>
            </a:r>
            <a:endParaRPr lang="zh-CN"/>
          </a:p>
        </p:txBody>
      </p:sp>
      <p:sp>
        <p:nvSpPr>
          <p:cNvPr id="226077896" name="内容占位符 2"/>
          <p:cNvSpPr>
            <a:spLocks noGrp="1"/>
          </p:cNvSpPr>
          <p:nvPr>
            <p:ph sz="half" idx="1"/>
          </p:nvPr>
        </p:nvSpPr>
        <p:spPr bwMode="auto">
          <a:xfrm>
            <a:off x="838200" y="1825625"/>
            <a:ext cx="5181600" cy="4351338"/>
          </a:xfrm>
        </p:spPr>
        <p:txBody>
          <a:bodyPr/>
          <a:lstStyle/>
          <a:p>
            <a:pPr lvl="0">
              <a:defRPr/>
            </a:pPr>
            <a:r>
              <a:rPr lang="zh-CN"/>
              <a:t>单击此处编辑母版文本样式</a:t>
            </a:r>
            <a:endParaRPr lang="zh-CN"/>
          </a:p>
          <a:p>
            <a:pPr lvl="1">
              <a:defRPr/>
            </a:pPr>
            <a:r>
              <a:rPr lang="zh-CN"/>
              <a:t>二级</a:t>
            </a:r>
            <a:endParaRPr lang="zh-CN"/>
          </a:p>
          <a:p>
            <a:pPr lvl="2">
              <a:defRPr/>
            </a:pPr>
            <a:r>
              <a:rPr lang="zh-CN"/>
              <a:t>三级</a:t>
            </a:r>
            <a:endParaRPr lang="zh-CN"/>
          </a:p>
          <a:p>
            <a:pPr lvl="3">
              <a:defRPr/>
            </a:pPr>
            <a:r>
              <a:rPr lang="zh-CN"/>
              <a:t>四级</a:t>
            </a:r>
            <a:endParaRPr lang="zh-CN"/>
          </a:p>
          <a:p>
            <a:pPr lvl="4">
              <a:defRPr/>
            </a:pPr>
            <a:r>
              <a:rPr lang="zh-CN"/>
              <a:t>五级</a:t>
            </a:r>
            <a:endParaRPr lang="zh-CN"/>
          </a:p>
        </p:txBody>
      </p:sp>
      <p:sp>
        <p:nvSpPr>
          <p:cNvPr id="2019508448" name="内容占位符 3"/>
          <p:cNvSpPr>
            <a:spLocks noGrp="1"/>
          </p:cNvSpPr>
          <p:nvPr>
            <p:ph sz="half" idx="2"/>
          </p:nvPr>
        </p:nvSpPr>
        <p:spPr bwMode="auto">
          <a:xfrm>
            <a:off x="6172200" y="1825625"/>
            <a:ext cx="5181600" cy="4351338"/>
          </a:xfrm>
        </p:spPr>
        <p:txBody>
          <a:bodyPr/>
          <a:lstStyle/>
          <a:p>
            <a:pPr lvl="0">
              <a:defRPr/>
            </a:pPr>
            <a:r>
              <a:rPr lang="zh-CN"/>
              <a:t>单击此处编辑母版文本样式</a:t>
            </a:r>
            <a:endParaRPr lang="zh-CN"/>
          </a:p>
          <a:p>
            <a:pPr lvl="1">
              <a:defRPr/>
            </a:pPr>
            <a:r>
              <a:rPr lang="zh-CN"/>
              <a:t>二级</a:t>
            </a:r>
            <a:endParaRPr lang="zh-CN"/>
          </a:p>
          <a:p>
            <a:pPr lvl="2">
              <a:defRPr/>
            </a:pPr>
            <a:r>
              <a:rPr lang="zh-CN"/>
              <a:t>三级</a:t>
            </a:r>
            <a:endParaRPr lang="zh-CN"/>
          </a:p>
          <a:p>
            <a:pPr lvl="3">
              <a:defRPr/>
            </a:pPr>
            <a:r>
              <a:rPr lang="zh-CN"/>
              <a:t>四级</a:t>
            </a:r>
            <a:endParaRPr lang="zh-CN"/>
          </a:p>
          <a:p>
            <a:pPr lvl="4">
              <a:defRPr/>
            </a:pPr>
            <a:r>
              <a:rPr lang="zh-CN"/>
              <a:t>五级</a:t>
            </a:r>
            <a:endParaRPr lang="zh-CN"/>
          </a:p>
        </p:txBody>
      </p:sp>
      <p:sp>
        <p:nvSpPr>
          <p:cNvPr id="795932076" name="日期占位符 4"/>
          <p:cNvSpPr>
            <a:spLocks noGrp="1"/>
          </p:cNvSpPr>
          <p:nvPr>
            <p:ph type="dt" sz="half" idx="10"/>
          </p:nvPr>
        </p:nvSpPr>
        <p:spPr bwMode="auto"/>
        <p:txBody>
          <a:bodyPr/>
          <a:lstStyle/>
          <a:p>
            <a:pPr>
              <a:defRPr/>
            </a:pPr>
            <a:fld id="{BCC18F51-09EC-435C-A3BA-64A766E099C0}" type="datetimeFigureOut">
              <a:rPr lang="en-US"/>
            </a:fld>
            <a:endParaRPr lang="zh-CN"/>
          </a:p>
        </p:txBody>
      </p:sp>
      <p:sp>
        <p:nvSpPr>
          <p:cNvPr id="1635488311" name="页脚占位符 5"/>
          <p:cNvSpPr>
            <a:spLocks noGrp="1"/>
          </p:cNvSpPr>
          <p:nvPr>
            <p:ph type="ftr" sz="quarter" idx="11"/>
          </p:nvPr>
        </p:nvSpPr>
        <p:spPr bwMode="auto"/>
        <p:txBody>
          <a:bodyPr/>
          <a:lstStyle/>
          <a:p>
            <a:pPr>
              <a:defRPr/>
            </a:pPr>
            <a:endParaRPr lang="zh-CN"/>
          </a:p>
        </p:txBody>
      </p:sp>
      <p:sp>
        <p:nvSpPr>
          <p:cNvPr id="1805287658" name="灯片编号占位符 6"/>
          <p:cNvSpPr>
            <a:spLocks noGrp="1"/>
          </p:cNvSpPr>
          <p:nvPr>
            <p:ph type="sldNum" sz="quarter" idx="12"/>
          </p:nvPr>
        </p:nvSpPr>
        <p:spPr bwMode="auto"/>
        <p:txBody>
          <a:bodyPr/>
          <a:lstStyle/>
          <a:p>
            <a:pPr>
              <a:defRPr/>
            </a:pPr>
            <a:fld id="{08395586-F03A-48D1-94DF-16B239DF4FB5}"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PhAnim="0" userDrawn="1">
  <p:cSld name="比较">
    <p:spTree>
      <p:nvGrpSpPr>
        <p:cNvPr id="1" name=""/>
        <p:cNvGrpSpPr/>
        <p:nvPr/>
      </p:nvGrpSpPr>
      <p:grpSpPr bwMode="auto">
        <a:xfrm>
          <a:off x="0" y="0"/>
          <a:ext cx="0" cy="0"/>
          <a:chOff x="0" y="0"/>
          <a:chExt cx="0" cy="0"/>
        </a:xfrm>
      </p:grpSpPr>
      <p:sp>
        <p:nvSpPr>
          <p:cNvPr id="501717683" name="标题 1"/>
          <p:cNvSpPr>
            <a:spLocks noGrp="1"/>
          </p:cNvSpPr>
          <p:nvPr>
            <p:ph type="title"/>
          </p:nvPr>
        </p:nvSpPr>
        <p:spPr bwMode="auto">
          <a:xfrm>
            <a:off x="839788" y="365125"/>
            <a:ext cx="10515600" cy="1325563"/>
          </a:xfrm>
        </p:spPr>
        <p:txBody>
          <a:bodyPr/>
          <a:lstStyle/>
          <a:p>
            <a:pPr>
              <a:defRPr/>
            </a:pPr>
            <a:r>
              <a:rPr lang="zh-CN"/>
              <a:t>单击此处编辑母版标题样式</a:t>
            </a:r>
            <a:endParaRPr lang="zh-CN"/>
          </a:p>
        </p:txBody>
      </p:sp>
      <p:sp>
        <p:nvSpPr>
          <p:cNvPr id="2139972836" name="文本占位符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zh-CN"/>
              <a:t>单击此处编辑母版文本样式</a:t>
            </a:r>
            <a:endParaRPr lang="zh-CN"/>
          </a:p>
        </p:txBody>
      </p:sp>
      <p:sp>
        <p:nvSpPr>
          <p:cNvPr id="68736003" name="内容占位符 3"/>
          <p:cNvSpPr>
            <a:spLocks noGrp="1"/>
          </p:cNvSpPr>
          <p:nvPr>
            <p:ph sz="half" idx="2"/>
          </p:nvPr>
        </p:nvSpPr>
        <p:spPr bwMode="auto">
          <a:xfrm>
            <a:off x="839788" y="2505074"/>
            <a:ext cx="5157787" cy="3684588"/>
          </a:xfrm>
        </p:spPr>
        <p:txBody>
          <a:bodyPr/>
          <a:lstStyle/>
          <a:p>
            <a:pPr lvl="0">
              <a:defRPr/>
            </a:pPr>
            <a:r>
              <a:rPr lang="zh-CN"/>
              <a:t>单击此处编辑母版文本样式</a:t>
            </a:r>
            <a:endParaRPr lang="zh-CN"/>
          </a:p>
          <a:p>
            <a:pPr lvl="1">
              <a:defRPr/>
            </a:pPr>
            <a:r>
              <a:rPr lang="zh-CN"/>
              <a:t>二级</a:t>
            </a:r>
            <a:endParaRPr lang="zh-CN"/>
          </a:p>
          <a:p>
            <a:pPr lvl="2">
              <a:defRPr/>
            </a:pPr>
            <a:r>
              <a:rPr lang="zh-CN"/>
              <a:t>三级</a:t>
            </a:r>
            <a:endParaRPr lang="zh-CN"/>
          </a:p>
          <a:p>
            <a:pPr lvl="3">
              <a:defRPr/>
            </a:pPr>
            <a:r>
              <a:rPr lang="zh-CN"/>
              <a:t>四级</a:t>
            </a:r>
            <a:endParaRPr lang="zh-CN"/>
          </a:p>
          <a:p>
            <a:pPr lvl="4">
              <a:defRPr/>
            </a:pPr>
            <a:r>
              <a:rPr lang="zh-CN"/>
              <a:t>五级</a:t>
            </a:r>
            <a:endParaRPr lang="zh-CN"/>
          </a:p>
        </p:txBody>
      </p:sp>
      <p:sp>
        <p:nvSpPr>
          <p:cNvPr id="1835048966" name="文本占位符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zh-CN"/>
              <a:t>单击此处编辑母版文本样式</a:t>
            </a:r>
            <a:endParaRPr lang="zh-CN"/>
          </a:p>
        </p:txBody>
      </p:sp>
      <p:sp>
        <p:nvSpPr>
          <p:cNvPr id="1233200212" name="内容占位符 5"/>
          <p:cNvSpPr>
            <a:spLocks noGrp="1"/>
          </p:cNvSpPr>
          <p:nvPr>
            <p:ph sz="quarter" idx="4"/>
          </p:nvPr>
        </p:nvSpPr>
        <p:spPr bwMode="auto">
          <a:xfrm>
            <a:off x="6172200" y="2505074"/>
            <a:ext cx="5183188" cy="3684588"/>
          </a:xfrm>
        </p:spPr>
        <p:txBody>
          <a:bodyPr/>
          <a:lstStyle/>
          <a:p>
            <a:pPr lvl="0">
              <a:defRPr/>
            </a:pPr>
            <a:r>
              <a:rPr lang="zh-CN"/>
              <a:t>单击此处编辑母版文本样式</a:t>
            </a:r>
            <a:endParaRPr lang="zh-CN"/>
          </a:p>
          <a:p>
            <a:pPr lvl="1">
              <a:defRPr/>
            </a:pPr>
            <a:r>
              <a:rPr lang="zh-CN"/>
              <a:t>二级</a:t>
            </a:r>
            <a:endParaRPr lang="zh-CN"/>
          </a:p>
          <a:p>
            <a:pPr lvl="2">
              <a:defRPr/>
            </a:pPr>
            <a:r>
              <a:rPr lang="zh-CN"/>
              <a:t>三级</a:t>
            </a:r>
            <a:endParaRPr lang="zh-CN"/>
          </a:p>
          <a:p>
            <a:pPr lvl="3">
              <a:defRPr/>
            </a:pPr>
            <a:r>
              <a:rPr lang="zh-CN"/>
              <a:t>四级</a:t>
            </a:r>
            <a:endParaRPr lang="zh-CN"/>
          </a:p>
          <a:p>
            <a:pPr lvl="4">
              <a:defRPr/>
            </a:pPr>
            <a:r>
              <a:rPr lang="zh-CN"/>
              <a:t>五级</a:t>
            </a:r>
            <a:endParaRPr lang="zh-CN"/>
          </a:p>
        </p:txBody>
      </p:sp>
      <p:sp>
        <p:nvSpPr>
          <p:cNvPr id="380893917" name="日期占位符 6"/>
          <p:cNvSpPr>
            <a:spLocks noGrp="1"/>
          </p:cNvSpPr>
          <p:nvPr>
            <p:ph type="dt" sz="half" idx="10"/>
          </p:nvPr>
        </p:nvSpPr>
        <p:spPr bwMode="auto"/>
        <p:txBody>
          <a:bodyPr/>
          <a:lstStyle/>
          <a:p>
            <a:pPr>
              <a:defRPr/>
            </a:pPr>
            <a:fld id="{BCC18F51-09EC-435C-A3BA-64A766E099C0}" type="datetimeFigureOut">
              <a:rPr lang="en-US"/>
            </a:fld>
            <a:endParaRPr lang="zh-CN"/>
          </a:p>
        </p:txBody>
      </p:sp>
      <p:sp>
        <p:nvSpPr>
          <p:cNvPr id="1973784683" name="页脚占位符 7"/>
          <p:cNvSpPr>
            <a:spLocks noGrp="1"/>
          </p:cNvSpPr>
          <p:nvPr>
            <p:ph type="ftr" sz="quarter" idx="11"/>
          </p:nvPr>
        </p:nvSpPr>
        <p:spPr bwMode="auto"/>
        <p:txBody>
          <a:bodyPr/>
          <a:lstStyle/>
          <a:p>
            <a:pPr>
              <a:defRPr/>
            </a:pPr>
            <a:endParaRPr lang="zh-CN"/>
          </a:p>
        </p:txBody>
      </p:sp>
      <p:sp>
        <p:nvSpPr>
          <p:cNvPr id="1950114692" name="灯片编号占位符 8"/>
          <p:cNvSpPr>
            <a:spLocks noGrp="1"/>
          </p:cNvSpPr>
          <p:nvPr>
            <p:ph type="sldNum" sz="quarter" idx="12"/>
          </p:nvPr>
        </p:nvSpPr>
        <p:spPr bwMode="auto"/>
        <p:txBody>
          <a:bodyPr/>
          <a:lstStyle/>
          <a:p>
            <a:pPr>
              <a:defRPr/>
            </a:pPr>
            <a:fld id="{08395586-F03A-48D1-94DF-16B239DF4FB5}"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showMasterPhAnim="0" userDrawn="1">
  <p:cSld name="仅标题">
    <p:spTree>
      <p:nvGrpSpPr>
        <p:cNvPr id="1" name=""/>
        <p:cNvGrpSpPr/>
        <p:nvPr/>
      </p:nvGrpSpPr>
      <p:grpSpPr bwMode="auto">
        <a:xfrm>
          <a:off x="0" y="0"/>
          <a:ext cx="0" cy="0"/>
          <a:chOff x="0" y="0"/>
          <a:chExt cx="0" cy="0"/>
        </a:xfrm>
      </p:grpSpPr>
      <p:sp>
        <p:nvSpPr>
          <p:cNvPr id="22177991" name="标题 1"/>
          <p:cNvSpPr>
            <a:spLocks noGrp="1"/>
          </p:cNvSpPr>
          <p:nvPr>
            <p:ph type="title"/>
          </p:nvPr>
        </p:nvSpPr>
        <p:spPr bwMode="auto"/>
        <p:txBody>
          <a:bodyPr/>
          <a:lstStyle/>
          <a:p>
            <a:pPr>
              <a:defRPr/>
            </a:pPr>
            <a:r>
              <a:rPr lang="zh-CN"/>
              <a:t>单击此处编辑母版标题样式</a:t>
            </a:r>
            <a:endParaRPr lang="zh-CN"/>
          </a:p>
        </p:txBody>
      </p:sp>
      <p:sp>
        <p:nvSpPr>
          <p:cNvPr id="1202514381" name="日期占位符 2"/>
          <p:cNvSpPr>
            <a:spLocks noGrp="1"/>
          </p:cNvSpPr>
          <p:nvPr>
            <p:ph type="dt" sz="half" idx="10"/>
          </p:nvPr>
        </p:nvSpPr>
        <p:spPr bwMode="auto"/>
        <p:txBody>
          <a:bodyPr/>
          <a:lstStyle/>
          <a:p>
            <a:pPr>
              <a:defRPr/>
            </a:pPr>
            <a:fld id="{BCC18F51-09EC-435C-A3BA-64A766E099C0}" type="datetimeFigureOut">
              <a:rPr lang="en-US"/>
            </a:fld>
            <a:endParaRPr lang="zh-CN"/>
          </a:p>
        </p:txBody>
      </p:sp>
      <p:sp>
        <p:nvSpPr>
          <p:cNvPr id="765614032" name="页脚占位符 3"/>
          <p:cNvSpPr>
            <a:spLocks noGrp="1"/>
          </p:cNvSpPr>
          <p:nvPr>
            <p:ph type="ftr" sz="quarter" idx="11"/>
          </p:nvPr>
        </p:nvSpPr>
        <p:spPr bwMode="auto"/>
        <p:txBody>
          <a:bodyPr/>
          <a:lstStyle/>
          <a:p>
            <a:pPr>
              <a:defRPr/>
            </a:pPr>
            <a:endParaRPr lang="zh-CN"/>
          </a:p>
        </p:txBody>
      </p:sp>
      <p:sp>
        <p:nvSpPr>
          <p:cNvPr id="1394712511" name="灯片编号占位符 4"/>
          <p:cNvSpPr>
            <a:spLocks noGrp="1"/>
          </p:cNvSpPr>
          <p:nvPr>
            <p:ph type="sldNum" sz="quarter" idx="12"/>
          </p:nvPr>
        </p:nvSpPr>
        <p:spPr bwMode="auto"/>
        <p:txBody>
          <a:bodyPr/>
          <a:lstStyle/>
          <a:p>
            <a:pPr>
              <a:defRPr/>
            </a:pPr>
            <a:fld id="{08395586-F03A-48D1-94DF-16B239DF4FB5}"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PhAnim="0" userDrawn="1">
  <p:cSld name="空白">
    <p:spTree>
      <p:nvGrpSpPr>
        <p:cNvPr id="1" name=""/>
        <p:cNvGrpSpPr/>
        <p:nvPr/>
      </p:nvGrpSpPr>
      <p:grpSpPr bwMode="auto">
        <a:xfrm>
          <a:off x="0" y="0"/>
          <a:ext cx="0" cy="0"/>
          <a:chOff x="0" y="0"/>
          <a:chExt cx="0" cy="0"/>
        </a:xfrm>
      </p:grpSpPr>
      <p:sp>
        <p:nvSpPr>
          <p:cNvPr id="715398461" name="日期占位符 1"/>
          <p:cNvSpPr>
            <a:spLocks noGrp="1"/>
          </p:cNvSpPr>
          <p:nvPr>
            <p:ph type="dt" sz="half" idx="10"/>
          </p:nvPr>
        </p:nvSpPr>
        <p:spPr bwMode="auto"/>
        <p:txBody>
          <a:bodyPr/>
          <a:lstStyle/>
          <a:p>
            <a:pPr>
              <a:defRPr/>
            </a:pPr>
            <a:fld id="{BCC18F51-09EC-435C-A3BA-64A766E099C0}" type="datetimeFigureOut">
              <a:rPr lang="en-US"/>
            </a:fld>
            <a:endParaRPr lang="zh-CN"/>
          </a:p>
        </p:txBody>
      </p:sp>
      <p:sp>
        <p:nvSpPr>
          <p:cNvPr id="211683283" name="页脚占位符 2"/>
          <p:cNvSpPr>
            <a:spLocks noGrp="1"/>
          </p:cNvSpPr>
          <p:nvPr>
            <p:ph type="ftr" sz="quarter" idx="11"/>
          </p:nvPr>
        </p:nvSpPr>
        <p:spPr bwMode="auto"/>
        <p:txBody>
          <a:bodyPr/>
          <a:lstStyle/>
          <a:p>
            <a:pPr>
              <a:defRPr/>
            </a:pPr>
            <a:endParaRPr lang="zh-CN"/>
          </a:p>
        </p:txBody>
      </p:sp>
      <p:sp>
        <p:nvSpPr>
          <p:cNvPr id="1088286494" name="灯片编号占位符 3"/>
          <p:cNvSpPr>
            <a:spLocks noGrp="1"/>
          </p:cNvSpPr>
          <p:nvPr>
            <p:ph type="sldNum" sz="quarter" idx="12"/>
          </p:nvPr>
        </p:nvSpPr>
        <p:spPr bwMode="auto"/>
        <p:txBody>
          <a:bodyPr/>
          <a:lstStyle/>
          <a:p>
            <a:pPr>
              <a:defRPr/>
            </a:pPr>
            <a:fld id="{08395586-F03A-48D1-94DF-16B239DF4FB5}"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PhAnim="0" userDrawn="1">
  <p:cSld name="内容与标题">
    <p:spTree>
      <p:nvGrpSpPr>
        <p:cNvPr id="1" name=""/>
        <p:cNvGrpSpPr/>
        <p:nvPr/>
      </p:nvGrpSpPr>
      <p:grpSpPr bwMode="auto">
        <a:xfrm>
          <a:off x="0" y="0"/>
          <a:ext cx="0" cy="0"/>
          <a:chOff x="0" y="0"/>
          <a:chExt cx="0" cy="0"/>
        </a:xfrm>
      </p:grpSpPr>
      <p:sp>
        <p:nvSpPr>
          <p:cNvPr id="1174785719" name="标题 1"/>
          <p:cNvSpPr>
            <a:spLocks noGrp="1"/>
          </p:cNvSpPr>
          <p:nvPr>
            <p:ph type="title"/>
          </p:nvPr>
        </p:nvSpPr>
        <p:spPr bwMode="auto">
          <a:xfrm>
            <a:off x="839788" y="457200"/>
            <a:ext cx="3932237" cy="1600200"/>
          </a:xfrm>
        </p:spPr>
        <p:txBody>
          <a:bodyPr anchor="b"/>
          <a:lstStyle>
            <a:lvl1pPr>
              <a:defRPr sz="3200"/>
            </a:lvl1pPr>
          </a:lstStyle>
          <a:p>
            <a:pPr>
              <a:defRPr/>
            </a:pPr>
            <a:r>
              <a:rPr lang="zh-CN"/>
              <a:t>单击此处编辑母版标题样式</a:t>
            </a:r>
            <a:endParaRPr lang="zh-CN"/>
          </a:p>
        </p:txBody>
      </p:sp>
      <p:sp>
        <p:nvSpPr>
          <p:cNvPr id="2136424946" name="内容占位符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zh-CN"/>
              <a:t>单击此处编辑母版文本样式</a:t>
            </a:r>
            <a:endParaRPr lang="zh-CN"/>
          </a:p>
          <a:p>
            <a:pPr lvl="1">
              <a:defRPr/>
            </a:pPr>
            <a:r>
              <a:rPr lang="zh-CN"/>
              <a:t>二级</a:t>
            </a:r>
            <a:endParaRPr lang="zh-CN"/>
          </a:p>
          <a:p>
            <a:pPr lvl="2">
              <a:defRPr/>
            </a:pPr>
            <a:r>
              <a:rPr lang="zh-CN"/>
              <a:t>三级</a:t>
            </a:r>
            <a:endParaRPr lang="zh-CN"/>
          </a:p>
          <a:p>
            <a:pPr lvl="3">
              <a:defRPr/>
            </a:pPr>
            <a:r>
              <a:rPr lang="zh-CN"/>
              <a:t>四级</a:t>
            </a:r>
            <a:endParaRPr lang="zh-CN"/>
          </a:p>
          <a:p>
            <a:pPr lvl="4">
              <a:defRPr/>
            </a:pPr>
            <a:r>
              <a:rPr lang="zh-CN"/>
              <a:t>五级</a:t>
            </a:r>
            <a:endParaRPr lang="zh-CN"/>
          </a:p>
        </p:txBody>
      </p:sp>
      <p:sp>
        <p:nvSpPr>
          <p:cNvPr id="1818675885" name="文本占位符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zh-CN"/>
              <a:t>单击此处编辑母版文本样式</a:t>
            </a:r>
            <a:endParaRPr lang="zh-CN"/>
          </a:p>
        </p:txBody>
      </p:sp>
      <p:sp>
        <p:nvSpPr>
          <p:cNvPr id="296353765" name="日期占位符 4"/>
          <p:cNvSpPr>
            <a:spLocks noGrp="1"/>
          </p:cNvSpPr>
          <p:nvPr>
            <p:ph type="dt" sz="half" idx="10"/>
          </p:nvPr>
        </p:nvSpPr>
        <p:spPr bwMode="auto"/>
        <p:txBody>
          <a:bodyPr/>
          <a:lstStyle/>
          <a:p>
            <a:pPr>
              <a:defRPr/>
            </a:pPr>
            <a:fld id="{BCC18F51-09EC-435C-A3BA-64A766E099C0}" type="datetimeFigureOut">
              <a:rPr lang="en-US"/>
            </a:fld>
            <a:endParaRPr lang="zh-CN"/>
          </a:p>
        </p:txBody>
      </p:sp>
      <p:sp>
        <p:nvSpPr>
          <p:cNvPr id="960192238" name="页脚占位符 5"/>
          <p:cNvSpPr>
            <a:spLocks noGrp="1"/>
          </p:cNvSpPr>
          <p:nvPr>
            <p:ph type="ftr" sz="quarter" idx="11"/>
          </p:nvPr>
        </p:nvSpPr>
        <p:spPr bwMode="auto"/>
        <p:txBody>
          <a:bodyPr/>
          <a:lstStyle/>
          <a:p>
            <a:pPr>
              <a:defRPr/>
            </a:pPr>
            <a:endParaRPr lang="zh-CN"/>
          </a:p>
        </p:txBody>
      </p:sp>
      <p:sp>
        <p:nvSpPr>
          <p:cNvPr id="746533822" name="灯片编号占位符 6"/>
          <p:cNvSpPr>
            <a:spLocks noGrp="1"/>
          </p:cNvSpPr>
          <p:nvPr>
            <p:ph type="sldNum" sz="quarter" idx="12"/>
          </p:nvPr>
        </p:nvSpPr>
        <p:spPr bwMode="auto"/>
        <p:txBody>
          <a:bodyPr/>
          <a:lstStyle/>
          <a:p>
            <a:pPr>
              <a:defRPr/>
            </a:pPr>
            <a:fld id="{08395586-F03A-48D1-94DF-16B239DF4FB5}"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PhAnim="0" userDrawn="1">
  <p:cSld name="图片与标题">
    <p:spTree>
      <p:nvGrpSpPr>
        <p:cNvPr id="1" name=""/>
        <p:cNvGrpSpPr/>
        <p:nvPr/>
      </p:nvGrpSpPr>
      <p:grpSpPr bwMode="auto">
        <a:xfrm>
          <a:off x="0" y="0"/>
          <a:ext cx="0" cy="0"/>
          <a:chOff x="0" y="0"/>
          <a:chExt cx="0" cy="0"/>
        </a:xfrm>
      </p:grpSpPr>
      <p:sp>
        <p:nvSpPr>
          <p:cNvPr id="99195226" name="标题 1"/>
          <p:cNvSpPr>
            <a:spLocks noGrp="1"/>
          </p:cNvSpPr>
          <p:nvPr>
            <p:ph type="title"/>
          </p:nvPr>
        </p:nvSpPr>
        <p:spPr bwMode="auto">
          <a:xfrm>
            <a:off x="839788" y="457200"/>
            <a:ext cx="3932237" cy="1600200"/>
          </a:xfrm>
        </p:spPr>
        <p:txBody>
          <a:bodyPr anchor="b"/>
          <a:lstStyle>
            <a:lvl1pPr>
              <a:defRPr sz="3200"/>
            </a:lvl1pPr>
          </a:lstStyle>
          <a:p>
            <a:pPr>
              <a:defRPr/>
            </a:pPr>
            <a:r>
              <a:rPr lang="zh-CN"/>
              <a:t>单击此处编辑母版标题样式</a:t>
            </a:r>
            <a:endParaRPr lang="zh-CN"/>
          </a:p>
        </p:txBody>
      </p:sp>
      <p:sp>
        <p:nvSpPr>
          <p:cNvPr id="1320095808" name="图片占位符 2"/>
          <p:cNvSpPr>
            <a:spLocks noGrp="1" noChangeAspect="1"/>
          </p:cNvSpPr>
          <p:nvPr>
            <p:ph type="pic" idx="1" hasCustomPrompt="1"/>
          </p:nvPr>
        </p:nvSpPr>
        <p:spPr bwMode="auto">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zh-CN"/>
              <a:t>點擊圖示以新增圖片</a:t>
            </a:r>
            <a:endParaRPr lang="zh-CN"/>
          </a:p>
        </p:txBody>
      </p:sp>
      <p:sp>
        <p:nvSpPr>
          <p:cNvPr id="2037621913" name="文本占位符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zh-CN"/>
              <a:t>单击此处编辑母版文本样式</a:t>
            </a:r>
            <a:endParaRPr lang="zh-CN"/>
          </a:p>
        </p:txBody>
      </p:sp>
      <p:sp>
        <p:nvSpPr>
          <p:cNvPr id="1915304009" name="日期占位符 4"/>
          <p:cNvSpPr>
            <a:spLocks noGrp="1"/>
          </p:cNvSpPr>
          <p:nvPr>
            <p:ph type="dt" sz="half" idx="10"/>
          </p:nvPr>
        </p:nvSpPr>
        <p:spPr bwMode="auto"/>
        <p:txBody>
          <a:bodyPr/>
          <a:lstStyle/>
          <a:p>
            <a:pPr>
              <a:defRPr/>
            </a:pPr>
            <a:fld id="{BCC18F51-09EC-435C-A3BA-64A766E099C0}" type="datetimeFigureOut">
              <a:rPr lang="en-US"/>
            </a:fld>
            <a:endParaRPr lang="zh-CN"/>
          </a:p>
        </p:txBody>
      </p:sp>
      <p:sp>
        <p:nvSpPr>
          <p:cNvPr id="1839757619" name="页脚占位符 5"/>
          <p:cNvSpPr>
            <a:spLocks noGrp="1"/>
          </p:cNvSpPr>
          <p:nvPr>
            <p:ph type="ftr" sz="quarter" idx="11"/>
          </p:nvPr>
        </p:nvSpPr>
        <p:spPr bwMode="auto"/>
        <p:txBody>
          <a:bodyPr/>
          <a:lstStyle/>
          <a:p>
            <a:pPr>
              <a:defRPr/>
            </a:pPr>
            <a:endParaRPr lang="zh-CN"/>
          </a:p>
        </p:txBody>
      </p:sp>
      <p:sp>
        <p:nvSpPr>
          <p:cNvPr id="886326448" name="灯片编号占位符 6"/>
          <p:cNvSpPr>
            <a:spLocks noGrp="1"/>
          </p:cNvSpPr>
          <p:nvPr>
            <p:ph type="sldNum" sz="quarter" idx="12"/>
          </p:nvPr>
        </p:nvSpPr>
        <p:spPr bwMode="auto"/>
        <p:txBody>
          <a:bodyPr/>
          <a:lstStyle/>
          <a:p>
            <a:pPr>
              <a:defRPr/>
            </a:pPr>
            <a:fld id="{08395586-F03A-48D1-94DF-16B239DF4FB5}"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showMasterPhAnim="0" userDrawn="1">
  <p:cSld name="标题和竖排文字">
    <p:spTree>
      <p:nvGrpSpPr>
        <p:cNvPr id="1" name=""/>
        <p:cNvGrpSpPr/>
        <p:nvPr/>
      </p:nvGrpSpPr>
      <p:grpSpPr bwMode="auto">
        <a:xfrm>
          <a:off x="0" y="0"/>
          <a:ext cx="0" cy="0"/>
          <a:chOff x="0" y="0"/>
          <a:chExt cx="0" cy="0"/>
        </a:xfrm>
      </p:grpSpPr>
      <p:sp>
        <p:nvSpPr>
          <p:cNvPr id="1404177044" name="标题 1"/>
          <p:cNvSpPr>
            <a:spLocks noGrp="1"/>
          </p:cNvSpPr>
          <p:nvPr>
            <p:ph type="title"/>
          </p:nvPr>
        </p:nvSpPr>
        <p:spPr bwMode="auto"/>
        <p:txBody>
          <a:bodyPr/>
          <a:lstStyle/>
          <a:p>
            <a:pPr>
              <a:defRPr/>
            </a:pPr>
            <a:r>
              <a:rPr lang="zh-CN"/>
              <a:t>单击此处编辑母版标题样式</a:t>
            </a:r>
            <a:endParaRPr lang="zh-CN"/>
          </a:p>
        </p:txBody>
      </p:sp>
      <p:sp>
        <p:nvSpPr>
          <p:cNvPr id="1534285172" name="竖排文字占位符 2"/>
          <p:cNvSpPr>
            <a:spLocks noGrp="1"/>
          </p:cNvSpPr>
          <p:nvPr>
            <p:ph type="body" orient="vert" idx="1"/>
          </p:nvPr>
        </p:nvSpPr>
        <p:spPr bwMode="auto"/>
        <p:txBody>
          <a:bodyPr vert="eaVert"/>
          <a:lstStyle/>
          <a:p>
            <a:pPr lvl="0">
              <a:defRPr/>
            </a:pPr>
            <a:r>
              <a:rPr lang="zh-CN"/>
              <a:t>单击此处编辑母版文本样式</a:t>
            </a:r>
            <a:endParaRPr lang="zh-CN"/>
          </a:p>
          <a:p>
            <a:pPr lvl="1">
              <a:defRPr/>
            </a:pPr>
            <a:r>
              <a:rPr lang="zh-CN"/>
              <a:t>二级</a:t>
            </a:r>
            <a:endParaRPr lang="zh-CN"/>
          </a:p>
          <a:p>
            <a:pPr lvl="2">
              <a:defRPr/>
            </a:pPr>
            <a:r>
              <a:rPr lang="zh-CN"/>
              <a:t>三级</a:t>
            </a:r>
            <a:endParaRPr lang="zh-CN"/>
          </a:p>
          <a:p>
            <a:pPr lvl="3">
              <a:defRPr/>
            </a:pPr>
            <a:r>
              <a:rPr lang="zh-CN"/>
              <a:t>四级</a:t>
            </a:r>
            <a:endParaRPr lang="zh-CN"/>
          </a:p>
          <a:p>
            <a:pPr lvl="4">
              <a:defRPr/>
            </a:pPr>
            <a:r>
              <a:rPr lang="zh-CN"/>
              <a:t>五级</a:t>
            </a:r>
            <a:endParaRPr lang="zh-CN"/>
          </a:p>
        </p:txBody>
      </p:sp>
      <p:sp>
        <p:nvSpPr>
          <p:cNvPr id="1321620861" name="日期占位符 3"/>
          <p:cNvSpPr>
            <a:spLocks noGrp="1"/>
          </p:cNvSpPr>
          <p:nvPr>
            <p:ph type="dt" sz="half" idx="10"/>
          </p:nvPr>
        </p:nvSpPr>
        <p:spPr bwMode="auto"/>
        <p:txBody>
          <a:bodyPr/>
          <a:lstStyle/>
          <a:p>
            <a:pPr>
              <a:defRPr/>
            </a:pPr>
            <a:fld id="{BCC18F51-09EC-435C-A3BA-64A766E099C0}" type="datetimeFigureOut">
              <a:rPr lang="en-US"/>
            </a:fld>
            <a:endParaRPr lang="zh-CN"/>
          </a:p>
        </p:txBody>
      </p:sp>
      <p:sp>
        <p:nvSpPr>
          <p:cNvPr id="732678065" name="页脚占位符 4"/>
          <p:cNvSpPr>
            <a:spLocks noGrp="1"/>
          </p:cNvSpPr>
          <p:nvPr>
            <p:ph type="ftr" sz="quarter" idx="11"/>
          </p:nvPr>
        </p:nvSpPr>
        <p:spPr bwMode="auto"/>
        <p:txBody>
          <a:bodyPr/>
          <a:lstStyle/>
          <a:p>
            <a:pPr>
              <a:defRPr/>
            </a:pPr>
            <a:endParaRPr lang="zh-CN"/>
          </a:p>
        </p:txBody>
      </p:sp>
      <p:sp>
        <p:nvSpPr>
          <p:cNvPr id="910432268" name="灯片编号占位符 5"/>
          <p:cNvSpPr>
            <a:spLocks noGrp="1"/>
          </p:cNvSpPr>
          <p:nvPr>
            <p:ph type="sldNum" sz="quarter" idx="12"/>
          </p:nvPr>
        </p:nvSpPr>
        <p:spPr bwMode="auto"/>
        <p:txBody>
          <a:bodyPr/>
          <a:lstStyle/>
          <a:p>
            <a:pPr>
              <a:defRPr/>
            </a:pPr>
            <a:fld id="{08395586-F03A-48D1-94DF-16B239DF4FB5}"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PhAnim="0" userDrawn="1">
  <p:cSld name="竖排标题与文本">
    <p:spTree>
      <p:nvGrpSpPr>
        <p:cNvPr id="1" name=""/>
        <p:cNvGrpSpPr/>
        <p:nvPr/>
      </p:nvGrpSpPr>
      <p:grpSpPr bwMode="auto">
        <a:xfrm>
          <a:off x="0" y="0"/>
          <a:ext cx="0" cy="0"/>
          <a:chOff x="0" y="0"/>
          <a:chExt cx="0" cy="0"/>
        </a:xfrm>
      </p:grpSpPr>
      <p:sp>
        <p:nvSpPr>
          <p:cNvPr id="988632323" name="竖排标题 1"/>
          <p:cNvSpPr>
            <a:spLocks noGrp="1"/>
          </p:cNvSpPr>
          <p:nvPr>
            <p:ph type="title" orient="vert"/>
          </p:nvPr>
        </p:nvSpPr>
        <p:spPr bwMode="auto">
          <a:xfrm>
            <a:off x="8724900" y="365125"/>
            <a:ext cx="2628900" cy="5811838"/>
          </a:xfrm>
        </p:spPr>
        <p:txBody>
          <a:bodyPr vert="eaVert"/>
          <a:lstStyle/>
          <a:p>
            <a:pPr>
              <a:defRPr/>
            </a:pPr>
            <a:r>
              <a:rPr lang="zh-CN"/>
              <a:t>单击此处编辑母版标题样式</a:t>
            </a:r>
            <a:endParaRPr lang="zh-CN"/>
          </a:p>
        </p:txBody>
      </p:sp>
      <p:sp>
        <p:nvSpPr>
          <p:cNvPr id="1732255596" name="竖排文字占位符 2"/>
          <p:cNvSpPr>
            <a:spLocks noGrp="1"/>
          </p:cNvSpPr>
          <p:nvPr>
            <p:ph type="body" orient="vert" idx="1"/>
          </p:nvPr>
        </p:nvSpPr>
        <p:spPr bwMode="auto">
          <a:xfrm>
            <a:off x="838200" y="365125"/>
            <a:ext cx="7734300" cy="5811838"/>
          </a:xfrm>
        </p:spPr>
        <p:txBody>
          <a:bodyPr vert="eaVert"/>
          <a:lstStyle/>
          <a:p>
            <a:pPr lvl="0">
              <a:defRPr/>
            </a:pPr>
            <a:r>
              <a:rPr lang="zh-CN"/>
              <a:t>单击此处编辑母版文本样式</a:t>
            </a:r>
            <a:endParaRPr lang="zh-CN"/>
          </a:p>
          <a:p>
            <a:pPr lvl="1">
              <a:defRPr/>
            </a:pPr>
            <a:r>
              <a:rPr lang="zh-CN"/>
              <a:t>二级</a:t>
            </a:r>
            <a:endParaRPr lang="zh-CN"/>
          </a:p>
          <a:p>
            <a:pPr lvl="2">
              <a:defRPr/>
            </a:pPr>
            <a:r>
              <a:rPr lang="zh-CN"/>
              <a:t>三级</a:t>
            </a:r>
            <a:endParaRPr lang="zh-CN"/>
          </a:p>
          <a:p>
            <a:pPr lvl="3">
              <a:defRPr/>
            </a:pPr>
            <a:r>
              <a:rPr lang="zh-CN"/>
              <a:t>四级</a:t>
            </a:r>
            <a:endParaRPr lang="zh-CN"/>
          </a:p>
          <a:p>
            <a:pPr lvl="4">
              <a:defRPr/>
            </a:pPr>
            <a:r>
              <a:rPr lang="zh-CN"/>
              <a:t>五级</a:t>
            </a:r>
            <a:endParaRPr lang="zh-CN"/>
          </a:p>
        </p:txBody>
      </p:sp>
      <p:sp>
        <p:nvSpPr>
          <p:cNvPr id="1459685767" name="日期占位符 3"/>
          <p:cNvSpPr>
            <a:spLocks noGrp="1"/>
          </p:cNvSpPr>
          <p:nvPr>
            <p:ph type="dt" sz="half" idx="10"/>
          </p:nvPr>
        </p:nvSpPr>
        <p:spPr bwMode="auto"/>
        <p:txBody>
          <a:bodyPr/>
          <a:lstStyle/>
          <a:p>
            <a:pPr>
              <a:defRPr/>
            </a:pPr>
            <a:fld id="{BCC18F51-09EC-435C-A3BA-64A766E099C0}" type="datetimeFigureOut">
              <a:rPr lang="en-US"/>
            </a:fld>
            <a:endParaRPr lang="zh-CN"/>
          </a:p>
        </p:txBody>
      </p:sp>
      <p:sp>
        <p:nvSpPr>
          <p:cNvPr id="1656568872" name="页脚占位符 4"/>
          <p:cNvSpPr>
            <a:spLocks noGrp="1"/>
          </p:cNvSpPr>
          <p:nvPr>
            <p:ph type="ftr" sz="quarter" idx="11"/>
          </p:nvPr>
        </p:nvSpPr>
        <p:spPr bwMode="auto"/>
        <p:txBody>
          <a:bodyPr/>
          <a:lstStyle/>
          <a:p>
            <a:pPr>
              <a:defRPr/>
            </a:pPr>
            <a:endParaRPr lang="zh-CN"/>
          </a:p>
        </p:txBody>
      </p:sp>
      <p:sp>
        <p:nvSpPr>
          <p:cNvPr id="223746972" name="灯片编号占位符 5"/>
          <p:cNvSpPr>
            <a:spLocks noGrp="1"/>
          </p:cNvSpPr>
          <p:nvPr>
            <p:ph type="sldNum" sz="quarter" idx="12"/>
          </p:nvPr>
        </p:nvSpPr>
        <p:spPr bwMode="auto"/>
        <p:txBody>
          <a:bodyPr/>
          <a:lstStyle/>
          <a:p>
            <a:pPr>
              <a:defRPr/>
            </a:pPr>
            <a:fld id="{08395586-F03A-48D1-94DF-16B239DF4FB5}" type="slidenum">
              <a:rPr lang="zh-CN"/>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670519827" name="标题占位符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zh-CN"/>
              <a:t>单击此处编辑母版标题样式</a:t>
            </a:r>
            <a:endParaRPr lang="zh-CN"/>
          </a:p>
        </p:txBody>
      </p:sp>
      <p:sp>
        <p:nvSpPr>
          <p:cNvPr id="17318410" name="文本占位符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zh-CN"/>
              <a:t>单击此处编辑母版文本样式</a:t>
            </a:r>
            <a:endParaRPr lang="zh-CN"/>
          </a:p>
          <a:p>
            <a:pPr lvl="1">
              <a:defRPr/>
            </a:pPr>
            <a:r>
              <a:rPr lang="zh-CN"/>
              <a:t>二级</a:t>
            </a:r>
            <a:endParaRPr lang="zh-CN"/>
          </a:p>
          <a:p>
            <a:pPr lvl="2">
              <a:defRPr/>
            </a:pPr>
            <a:r>
              <a:rPr lang="zh-CN"/>
              <a:t>三级</a:t>
            </a:r>
            <a:endParaRPr lang="zh-CN"/>
          </a:p>
          <a:p>
            <a:pPr lvl="3">
              <a:defRPr/>
            </a:pPr>
            <a:r>
              <a:rPr lang="zh-CN"/>
              <a:t>四级</a:t>
            </a:r>
            <a:endParaRPr lang="zh-CN"/>
          </a:p>
          <a:p>
            <a:pPr lvl="4">
              <a:defRPr/>
            </a:pPr>
            <a:r>
              <a:rPr lang="zh-CN"/>
              <a:t>五级</a:t>
            </a:r>
            <a:endParaRPr lang="zh-CN"/>
          </a:p>
        </p:txBody>
      </p:sp>
      <p:sp>
        <p:nvSpPr>
          <p:cNvPr id="34824838" name="日期占位符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p>
            <a:pPr>
              <a:defRPr/>
            </a:pPr>
            <a:fld id="{BCC18F51-09EC-435C-A3BA-64A766E099C0}" type="datetimeFigureOut">
              <a:rPr lang="en-US"/>
            </a:fld>
            <a:endParaRPr lang="zh-CN"/>
          </a:p>
        </p:txBody>
      </p:sp>
      <p:sp>
        <p:nvSpPr>
          <p:cNvPr id="791490796" name="页脚占位符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p>
            <a:pPr>
              <a:defRPr/>
            </a:pPr>
            <a:endParaRPr lang="zh-CN"/>
          </a:p>
        </p:txBody>
      </p:sp>
      <p:sp>
        <p:nvSpPr>
          <p:cNvPr id="1065493017" name="灯片编号占位符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p>
            <a:pPr>
              <a:defRPr/>
            </a:pPr>
            <a:fld id="{08395586-F03A-48D1-94DF-16B239DF4FB5}" type="slidenum">
              <a:rPr lang="zh-CN"/>
            </a:fld>
            <a:endParaRPr 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panose="020B0604020202020204"/>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panose="020B0604020202020204"/>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panose="020B0604020202020204"/>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panose="020B0604020202020204"/>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panose="020B0604020202020204"/>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panose="020B0604020202020204"/>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panose="020B0604020202020204"/>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panose="020B0604020202020204"/>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panose="020B0604020202020204"/>
        <a:buChar char="•"/>
        <a:defRPr sz="1800">
          <a:solidFill>
            <a:schemeClr val="tx1"/>
          </a:solidFill>
          <a:latin typeface="+mn-lt"/>
          <a:ea typeface="+mn-ea"/>
          <a:cs typeface="+mn-cs"/>
        </a:defRPr>
      </a:lvl9pPr>
    </p:bodyStyle>
    <p:other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9.xml"/><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3.png"/><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64424228" name="标题 1"/>
          <p:cNvSpPr>
            <a:spLocks noGrp="1"/>
          </p:cNvSpPr>
          <p:nvPr>
            <p:ph type="ctrTitle"/>
          </p:nvPr>
        </p:nvSpPr>
        <p:spPr bwMode="auto">
          <a:xfrm>
            <a:off x="1523999" y="1122362"/>
            <a:ext cx="9144000" cy="852090"/>
          </a:xfrm>
        </p:spPr>
        <p:txBody>
          <a:bodyPr/>
          <a:lstStyle/>
          <a:p>
            <a:pPr>
              <a:defRPr/>
            </a:pPr>
            <a:r>
              <a:rPr lang="zh-CN" sz="4800" b="0" i="0" u="none" strike="noStrike" cap="none" spc="0">
                <a:solidFill>
                  <a:schemeClr val="tx1"/>
                </a:solidFill>
                <a:latin typeface="+mj-lt"/>
                <a:ea typeface="+mj-ea"/>
                <a:cs typeface="+mj-cs"/>
              </a:rPr>
              <a:t>基于反馈的锁模参数自调整系统</a:t>
            </a:r>
            <a:endParaRPr lang="zh-CN"/>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45496519" name="标题 1"/>
          <p:cNvSpPr>
            <a:spLocks noGrp="1"/>
          </p:cNvSpPr>
          <p:nvPr>
            <p:ph type="title"/>
          </p:nvPr>
        </p:nvSpPr>
        <p:spPr bwMode="auto"/>
        <p:txBody>
          <a:bodyPr/>
          <a:lstStyle/>
          <a:p>
            <a:pPr>
              <a:defRPr/>
            </a:pPr>
            <a:r>
              <a:t>为采集数据添加分析系统</a:t>
            </a:r>
          </a:p>
        </p:txBody>
      </p:sp>
      <p:pic>
        <p:nvPicPr>
          <p:cNvPr id="845047322" name="图片 845047321"/>
          <p:cNvPicPr>
            <a:picLocks noChangeAspect="1"/>
          </p:cNvPicPr>
          <p:nvPr/>
        </p:nvPicPr>
        <p:blipFill rotWithShape="1">
          <a:blip r:embed="rId1"/>
          <a:stretch>
            <a:fillRect/>
          </a:stretch>
        </p:blipFill>
        <p:spPr bwMode="auto">
          <a:xfrm>
            <a:off x="1031240" y="1431925"/>
            <a:ext cx="9660255" cy="2249170"/>
          </a:xfrm>
          <a:prstGeom prst="rect">
            <a:avLst/>
          </a:prstGeom>
        </p:spPr>
      </p:pic>
      <p:pic>
        <p:nvPicPr>
          <p:cNvPr id="402250906" name="图片 402250905"/>
          <p:cNvPicPr>
            <a:picLocks noChangeAspect="1"/>
          </p:cNvPicPr>
          <p:nvPr/>
        </p:nvPicPr>
        <p:blipFill rotWithShape="1">
          <a:blip r:embed="rId2"/>
          <a:stretch>
            <a:fillRect/>
          </a:stretch>
        </p:blipFill>
        <p:spPr bwMode="auto">
          <a:xfrm>
            <a:off x="1031240" y="3959860"/>
            <a:ext cx="10003790" cy="232981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65167878" name="标题 1"/>
          <p:cNvSpPr>
            <a:spLocks noGrp="1"/>
          </p:cNvSpPr>
          <p:nvPr>
            <p:ph type="title"/>
          </p:nvPr>
        </p:nvSpPr>
        <p:spPr bwMode="auto"/>
        <p:txBody>
          <a:bodyPr/>
          <a:lstStyle/>
          <a:p>
            <a:pPr>
              <a:defRPr/>
            </a:pPr>
            <a:r>
              <a:rPr lang="zh-CN" altLang="en-US">
                <a:ea typeface="宋体" charset="0"/>
                <a:sym typeface="+mn-ea"/>
              </a:rPr>
              <a:t>方案选型</a:t>
            </a:r>
            <a:endParaRPr lang="zh-CN" altLang="en-US">
              <a:ea typeface="宋体" charset="0"/>
              <a:sym typeface="+mn-ea"/>
            </a:endParaRPr>
          </a:p>
        </p:txBody>
      </p:sp>
      <p:sp>
        <p:nvSpPr>
          <p:cNvPr id="1966346122" name="内容占位符 2"/>
          <p:cNvSpPr>
            <a:spLocks noGrp="1"/>
          </p:cNvSpPr>
          <p:nvPr>
            <p:ph idx="1"/>
          </p:nvPr>
        </p:nvSpPr>
        <p:spPr bwMode="auto"/>
        <p:txBody>
          <a:bodyPr/>
          <a:lstStyle/>
          <a:p>
            <a:pPr marL="342900" indent="-342900">
              <a:buFont typeface="Arial" panose="020B0604020202020204"/>
              <a:buAutoNum type="arabicPeriod"/>
              <a:defRPr/>
            </a:pPr>
            <a:r>
              <a:rPr sz="1400">
                <a:sym typeface="+mn-ea"/>
              </a:rPr>
              <a:t>可控器件：电动PC</a:t>
            </a:r>
            <a:endParaRPr sz="1400">
              <a:sym typeface="+mn-ea"/>
            </a:endParaRPr>
          </a:p>
          <a:p>
            <a:pPr lvl="1">
              <a:defRPr/>
            </a:pPr>
            <a:r>
              <a:rPr sz="1200">
                <a:sym typeface="+mn-ea"/>
              </a:rPr>
              <a:t>固态光纤激光器均可使用电动PC作为偏振调节器件（模块可复用）</a:t>
            </a:r>
            <a:endParaRPr sz="1200">
              <a:sym typeface="+mn-ea"/>
            </a:endParaRPr>
          </a:p>
          <a:p>
            <a:pPr marL="628650" lvl="3" indent="-171450">
              <a:defRPr/>
            </a:pPr>
            <a:r>
              <a:rPr lang="en-US" sz="1200">
                <a:sym typeface="+mn-ea"/>
              </a:rPr>
              <a:t> </a:t>
            </a:r>
            <a:r>
              <a:rPr sz="1200">
                <a:sym typeface="+mn-ea"/>
              </a:rPr>
              <a:t>电动PC可数字化控制，调节分度</a:t>
            </a:r>
            <a:r>
              <a:rPr lang="zh-CN" sz="1200">
                <a:ea typeface="宋体" charset="0"/>
                <a:sym typeface="+mn-ea"/>
              </a:rPr>
              <a:t>值细</a:t>
            </a:r>
            <a:r>
              <a:rPr sz="1200">
                <a:sym typeface="+mn-ea"/>
              </a:rPr>
              <a:t>，调节范围广（多因素影响，单变量控制）</a:t>
            </a:r>
            <a:endParaRPr sz="1200"/>
          </a:p>
          <a:p>
            <a:pPr marL="342900" indent="-342900">
              <a:buFont typeface="Arial" panose="020B0604020202020204"/>
              <a:buAutoNum type="arabicPeriod"/>
              <a:defRPr/>
            </a:pPr>
            <a:r>
              <a:rPr lang="zh-CN" altLang="en-US" sz="1400">
                <a:ea typeface="宋体" charset="0"/>
              </a:rPr>
              <a:t>光路选型：</a:t>
            </a:r>
            <a:r>
              <a:rPr lang="en-US" altLang="zh-CN" sz="1400">
                <a:ea typeface="宋体" charset="0"/>
              </a:rPr>
              <a:t>NPR</a:t>
            </a:r>
            <a:endParaRPr lang="en-US" altLang="zh-CN" sz="1400">
              <a:ea typeface="宋体" charset="0"/>
            </a:endParaRPr>
          </a:p>
          <a:p>
            <a:pPr lvl="1">
              <a:defRPr/>
            </a:pPr>
            <a:r>
              <a:rPr lang="zh-CN" altLang="en-US" sz="1200">
                <a:ea typeface="宋体" charset="0"/>
              </a:rPr>
              <a:t>光路简单，便于调试，师兄有经验（快速验证）</a:t>
            </a:r>
            <a:endParaRPr lang="zh-CN" altLang="en-US" sz="1200">
              <a:ea typeface="宋体" charset="0"/>
            </a:endParaRPr>
          </a:p>
          <a:p>
            <a:pPr marL="342900" indent="-342900">
              <a:buFont typeface="Arial" panose="020B0604020202020204"/>
              <a:buAutoNum type="arabicPeriod"/>
              <a:defRPr/>
            </a:pPr>
            <a:r>
              <a:rPr lang="zh-CN" altLang="en-US" sz="1400">
                <a:ea typeface="宋体" charset="0"/>
                <a:sym typeface="+mn-ea"/>
              </a:rPr>
              <a:t>算法选型</a:t>
            </a:r>
            <a:r>
              <a:rPr sz="1400">
                <a:sym typeface="+mn-ea"/>
              </a:rPr>
              <a:t>：</a:t>
            </a:r>
            <a:r>
              <a:rPr lang="zh-CN" sz="1400">
                <a:ea typeface="宋体" charset="0"/>
                <a:sym typeface="+mn-ea"/>
              </a:rPr>
              <a:t>广度优先搜索（</a:t>
            </a:r>
            <a:r>
              <a:rPr lang="en-US" altLang="zh-CN" sz="1400">
                <a:ea typeface="宋体" charset="0"/>
                <a:sym typeface="+mn-ea"/>
              </a:rPr>
              <a:t>BFS</a:t>
            </a:r>
            <a:r>
              <a:rPr lang="zh-CN" sz="1400">
                <a:ea typeface="宋体" charset="0"/>
                <a:sym typeface="+mn-ea"/>
              </a:rPr>
              <a:t>）</a:t>
            </a:r>
            <a:endParaRPr lang="zh-CN" sz="1400">
              <a:ea typeface="宋体" charset="0"/>
              <a:sym typeface="+mn-ea"/>
            </a:endParaRPr>
          </a:p>
          <a:p>
            <a:pPr lvl="1">
              <a:defRPr/>
            </a:pPr>
            <a:r>
              <a:rPr lang="zh-CN" sz="1200">
                <a:ea typeface="宋体" charset="0"/>
                <a:sym typeface="+mn-ea"/>
              </a:rPr>
              <a:t>通用的无信息搜索算法（实现简单迅速）</a:t>
            </a:r>
            <a:endParaRPr lang="en-US" altLang="zh-CN" sz="690">
              <a:latin typeface="+mj-lt"/>
              <a:ea typeface="宋体" charset="0"/>
              <a:cs typeface="+mj-ea"/>
              <a:sym typeface="+mn-ea"/>
            </a:endParaRPr>
          </a:p>
          <a:p>
            <a:pPr lvl="1" algn="l">
              <a:buClrTx/>
              <a:buSzTx/>
              <a:defRPr/>
            </a:pPr>
            <a:r>
              <a:rPr lang="zh-CN" sz="1200">
                <a:ea typeface="宋体" charset="0"/>
                <a:sym typeface="+mn-ea"/>
              </a:rPr>
              <a:t>完备性（确保能搜完所有的参数空间，不会遗漏）</a:t>
            </a:r>
            <a:endParaRPr lang="zh-CN" sz="1200">
              <a:ea typeface="宋体"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规划</a:t>
            </a:r>
            <a:endParaRPr lang="zh-CN" altLang="en-US"/>
          </a:p>
        </p:txBody>
      </p:sp>
      <p:sp>
        <p:nvSpPr>
          <p:cNvPr id="3" name="内容占位符 2"/>
          <p:cNvSpPr>
            <a:spLocks noGrp="1"/>
          </p:cNvSpPr>
          <p:nvPr>
            <p:ph idx="1"/>
          </p:nvPr>
        </p:nvSpPr>
        <p:spPr/>
        <p:txBody>
          <a:bodyPr/>
          <a:p>
            <a:r>
              <a:rPr lang="zh-CN" altLang="en-US">
                <a:ea typeface="宋体" charset="0"/>
              </a:rPr>
              <a:t>方案探索与学习</a:t>
            </a:r>
            <a:r>
              <a:rPr lang="en-US" altLang="zh-CN">
                <a:ea typeface="宋体" charset="0"/>
              </a:rPr>
              <a:t> 	</a:t>
            </a:r>
            <a:r>
              <a:rPr lang="zh-CN" altLang="en-US">
                <a:ea typeface="宋体" charset="0"/>
              </a:rPr>
              <a:t>《《当前</a:t>
            </a:r>
            <a:endParaRPr lang="zh-CN" altLang="en-US">
              <a:ea typeface="宋体" charset="0"/>
            </a:endParaRPr>
          </a:p>
          <a:p>
            <a:endParaRPr lang="zh-CN" altLang="en-US">
              <a:ea typeface="宋体" charset="0"/>
            </a:endParaRPr>
          </a:p>
          <a:p>
            <a:r>
              <a:rPr lang="zh-CN" altLang="en-US">
                <a:ea typeface="宋体" charset="0"/>
              </a:rPr>
              <a:t>算法仿真</a:t>
            </a:r>
            <a:endParaRPr lang="zh-CN" altLang="en-US">
              <a:ea typeface="宋体" charset="0"/>
            </a:endParaRPr>
          </a:p>
          <a:p>
            <a:endParaRPr lang="zh-CN" altLang="en-US">
              <a:ea typeface="宋体" charset="0"/>
            </a:endParaRPr>
          </a:p>
          <a:p>
            <a:r>
              <a:rPr lang="zh-CN" altLang="en-US">
                <a:ea typeface="宋体" charset="0"/>
              </a:rPr>
              <a:t>光路搭建与算法调试</a:t>
            </a:r>
            <a:endParaRPr lang="zh-CN" altLang="en-US">
              <a:ea typeface="宋体" charset="0"/>
            </a:endParaRPr>
          </a:p>
          <a:p>
            <a:endParaRPr lang="zh-CN" altLang="en-US">
              <a:ea typeface="宋体" charset="0"/>
            </a:endParaRPr>
          </a:p>
          <a:p>
            <a:r>
              <a:rPr lang="zh-CN" altLang="en-US">
                <a:ea typeface="宋体" charset="0"/>
              </a:rPr>
              <a:t>工程优化</a:t>
            </a:r>
            <a:endParaRPr lang="zh-CN" altLang="en-US">
              <a:ea typeface="宋体" charset="0"/>
            </a:endParaRPr>
          </a:p>
          <a:p>
            <a:endParaRPr lang="zh-CN" altLang="en-US">
              <a:ea typeface="宋体"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525780" y="457200"/>
            <a:ext cx="3931920" cy="861695"/>
          </a:xfrm>
        </p:spPr>
        <p:txBody>
          <a:bodyPr/>
          <a:p>
            <a:r>
              <a:rPr lang="zh-CN" altLang="en-US"/>
              <a:t>现状</a:t>
            </a:r>
            <a:endParaRPr lang="zh-CN" altLang="en-US"/>
          </a:p>
        </p:txBody>
      </p:sp>
      <p:sp>
        <p:nvSpPr>
          <p:cNvPr id="7" name="文本占位符 6"/>
          <p:cNvSpPr>
            <a:spLocks noGrp="1"/>
          </p:cNvSpPr>
          <p:nvPr>
            <p:ph type="body" sz="half" idx="2"/>
          </p:nvPr>
        </p:nvSpPr>
        <p:spPr>
          <a:xfrm>
            <a:off x="525780" y="1349375"/>
            <a:ext cx="3931920" cy="5035550"/>
          </a:xfrm>
        </p:spPr>
        <p:txBody>
          <a:bodyPr/>
          <a:p>
            <a:r>
              <a:rPr lang="zh-CN" altLang="en-US">
                <a:ea typeface="宋体" charset="0"/>
              </a:rPr>
              <a:t>采用多个单色光波的电场方程叠加模拟产生脉冲</a:t>
            </a:r>
            <a:endParaRPr lang="zh-CN" altLang="en-US">
              <a:ea typeface="宋体" charset="0"/>
            </a:endParaRPr>
          </a:p>
          <a:p>
            <a:r>
              <a:rPr lang="zh-CN" altLang="en-US">
                <a:ea typeface="宋体" charset="0"/>
              </a:rPr>
              <a:t>采用</a:t>
            </a:r>
            <a:r>
              <a:rPr lang="en-US" altLang="zh-CN">
                <a:ea typeface="宋体" charset="0"/>
              </a:rPr>
              <a:t>20</a:t>
            </a:r>
            <a:r>
              <a:rPr lang="zh-CN" altLang="en-US">
                <a:ea typeface="宋体" charset="0"/>
              </a:rPr>
              <a:t>种不同频率的光波进行模拟</a:t>
            </a:r>
            <a:endParaRPr lang="zh-CN" altLang="en-US">
              <a:ea typeface="宋体" charset="0"/>
            </a:endParaRPr>
          </a:p>
          <a:p>
            <a:r>
              <a:rPr lang="en-US" altLang="zh-CN">
                <a:ea typeface="宋体" charset="0"/>
              </a:rPr>
              <a:t>1-6</a:t>
            </a:r>
            <a:r>
              <a:rPr lang="zh-CN" altLang="en-US">
                <a:ea typeface="宋体" charset="0"/>
              </a:rPr>
              <a:t>分别为：</a:t>
            </a:r>
            <a:endParaRPr lang="zh-CN" altLang="en-US">
              <a:ea typeface="宋体" charset="0"/>
            </a:endParaRPr>
          </a:p>
          <a:p>
            <a:pPr marL="342900" indent="-342900">
              <a:buAutoNum type="arabicPeriod"/>
            </a:pPr>
            <a:r>
              <a:rPr lang="zh-CN" altLang="en-US">
                <a:ea typeface="宋体" charset="0"/>
              </a:rPr>
              <a:t>初始相位随机，相对相位随时间随机变化，</a:t>
            </a:r>
            <a:r>
              <a:rPr lang="zh-CN" altLang="en-US">
                <a:ea typeface="宋体" charset="0"/>
                <a:sym typeface="+mn-ea"/>
              </a:rPr>
              <a:t>各光波频率为等差数列</a:t>
            </a:r>
            <a:endParaRPr lang="zh-CN" altLang="en-US">
              <a:ea typeface="宋体" charset="0"/>
            </a:endParaRPr>
          </a:p>
          <a:p>
            <a:pPr marL="342900" indent="-342900">
              <a:buAutoNum type="arabicPeriod"/>
            </a:pPr>
            <a:r>
              <a:rPr lang="zh-CN" altLang="en-US">
                <a:ea typeface="宋体" charset="0"/>
              </a:rPr>
              <a:t>初始相位均为</a:t>
            </a:r>
            <a:r>
              <a:rPr lang="en-US" altLang="zh-CN">
                <a:ea typeface="宋体" charset="0"/>
              </a:rPr>
              <a:t>0</a:t>
            </a:r>
            <a:r>
              <a:rPr lang="zh-CN" altLang="en-US">
                <a:ea typeface="宋体" charset="0"/>
              </a:rPr>
              <a:t>，各光波频率为等差数列</a:t>
            </a:r>
            <a:endParaRPr lang="zh-CN" altLang="en-US">
              <a:ea typeface="宋体" charset="0"/>
            </a:endParaRPr>
          </a:p>
          <a:p>
            <a:pPr marL="342900" indent="-342900">
              <a:buAutoNum type="arabicPeriod"/>
            </a:pPr>
            <a:r>
              <a:rPr lang="zh-CN" altLang="en-US">
                <a:ea typeface="宋体" charset="0"/>
              </a:rPr>
              <a:t>初始相位与频率成线性关系，</a:t>
            </a:r>
            <a:r>
              <a:rPr lang="zh-CN" altLang="en-US">
                <a:ea typeface="宋体" charset="0"/>
                <a:sym typeface="+mn-ea"/>
              </a:rPr>
              <a:t>各光波频率为等差数列</a:t>
            </a:r>
            <a:endParaRPr lang="zh-CN" altLang="en-US">
              <a:ea typeface="宋体" charset="0"/>
              <a:sym typeface="+mn-ea"/>
            </a:endParaRPr>
          </a:p>
          <a:p>
            <a:pPr marL="342900" indent="-342900">
              <a:buAutoNum type="arabicPeriod"/>
            </a:pPr>
            <a:r>
              <a:rPr lang="zh-CN" altLang="en-US">
                <a:ea typeface="宋体" charset="0"/>
                <a:sym typeface="+mn-ea"/>
              </a:rPr>
              <a:t>初始相位随机，相对相位恒定，</a:t>
            </a:r>
            <a:r>
              <a:rPr lang="zh-CN" altLang="en-US">
                <a:ea typeface="宋体" charset="0"/>
                <a:sym typeface="+mn-ea"/>
              </a:rPr>
              <a:t>各光波频率为等差数列</a:t>
            </a:r>
            <a:endParaRPr lang="zh-CN" altLang="en-US">
              <a:ea typeface="宋体" charset="0"/>
              <a:sym typeface="+mn-ea"/>
            </a:endParaRPr>
          </a:p>
          <a:p>
            <a:pPr marL="342900" indent="-342900">
              <a:buAutoNum type="arabicPeriod"/>
            </a:pPr>
            <a:r>
              <a:rPr lang="zh-CN" altLang="en-US">
                <a:ea typeface="宋体" charset="0"/>
                <a:sym typeface="+mn-ea"/>
              </a:rPr>
              <a:t>初始相位与频率有二次的关系</a:t>
            </a:r>
            <a:r>
              <a:rPr lang="zh-CN" altLang="en-US">
                <a:ea typeface="宋体" charset="0"/>
                <a:sym typeface="+mn-ea"/>
              </a:rPr>
              <a:t>，各光波频率为等差数列</a:t>
            </a:r>
            <a:endParaRPr lang="zh-CN" altLang="en-US">
              <a:ea typeface="宋体" charset="0"/>
              <a:sym typeface="+mn-ea"/>
            </a:endParaRPr>
          </a:p>
          <a:p>
            <a:pPr marL="342900" indent="-342900">
              <a:buAutoNum type="arabicPeriod"/>
            </a:pPr>
            <a:r>
              <a:rPr lang="zh-CN" altLang="en-US">
                <a:ea typeface="宋体" charset="0"/>
                <a:sym typeface="+mn-ea"/>
              </a:rPr>
              <a:t>初始相位均为</a:t>
            </a:r>
            <a:r>
              <a:rPr lang="en-US" altLang="zh-CN">
                <a:ea typeface="宋体" charset="0"/>
                <a:sym typeface="+mn-ea"/>
              </a:rPr>
              <a:t>0,</a:t>
            </a:r>
            <a:r>
              <a:rPr lang="zh-CN" altLang="en-US">
                <a:ea typeface="宋体" charset="0"/>
                <a:sym typeface="+mn-ea"/>
              </a:rPr>
              <a:t>各光波的频率随机</a:t>
            </a:r>
            <a:endParaRPr lang="zh-CN" altLang="en-US">
              <a:ea typeface="宋体" charset="0"/>
              <a:sym typeface="+mn-ea"/>
            </a:endParaRPr>
          </a:p>
          <a:p>
            <a:pPr marL="342900" indent="-342900">
              <a:buAutoNum type="arabicPeriod"/>
            </a:pPr>
            <a:endParaRPr lang="zh-CN" altLang="en-US">
              <a:ea typeface="宋体" charset="0"/>
              <a:sym typeface="+mn-ea"/>
            </a:endParaRPr>
          </a:p>
          <a:p>
            <a:pPr marL="342900" indent="-342900">
              <a:buAutoNum type="arabicPeriod"/>
            </a:pPr>
            <a:endParaRPr lang="zh-CN" altLang="en-US">
              <a:ea typeface="宋体" charset="0"/>
              <a:sym typeface="+mn-ea"/>
            </a:endParaRPr>
          </a:p>
          <a:p>
            <a:pPr marL="342900" indent="-342900">
              <a:buAutoNum type="arabicPeriod"/>
            </a:pPr>
            <a:endParaRPr lang="zh-CN" altLang="en-US">
              <a:ea typeface="宋体" charset="0"/>
            </a:endParaRPr>
          </a:p>
        </p:txBody>
      </p:sp>
      <p:pic>
        <p:nvPicPr>
          <p:cNvPr id="10" name="图片占位符 9" descr="截图 2026-09-20 00-39-36"/>
          <p:cNvPicPr>
            <a:picLocks noChangeAspect="1"/>
          </p:cNvPicPr>
          <p:nvPr>
            <p:ph type="pic" idx="1"/>
          </p:nvPr>
        </p:nvPicPr>
        <p:blipFill>
          <a:blip r:embed="rId1"/>
          <a:stretch>
            <a:fillRect/>
          </a:stretch>
        </p:blipFill>
        <p:spPr>
          <a:xfrm>
            <a:off x="4509770" y="1646555"/>
            <a:ext cx="7519670" cy="33477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525780" y="457200"/>
            <a:ext cx="3108325" cy="438785"/>
          </a:xfrm>
        </p:spPr>
        <p:txBody>
          <a:bodyPr>
            <a:normAutofit fontScale="90000"/>
          </a:bodyPr>
          <a:p>
            <a:r>
              <a:rPr lang="zh-CN" altLang="en-US"/>
              <a:t>现状</a:t>
            </a:r>
            <a:endParaRPr lang="zh-CN" altLang="en-US"/>
          </a:p>
        </p:txBody>
      </p:sp>
      <p:pic>
        <p:nvPicPr>
          <p:cNvPr id="18" name="图片 17" descr="5thz"/>
          <p:cNvPicPr>
            <a:picLocks noChangeAspect="1"/>
          </p:cNvPicPr>
          <p:nvPr/>
        </p:nvPicPr>
        <p:blipFill>
          <a:blip r:embed="rId1"/>
          <a:stretch>
            <a:fillRect/>
          </a:stretch>
        </p:blipFill>
        <p:spPr>
          <a:xfrm>
            <a:off x="223520" y="1349375"/>
            <a:ext cx="5276850" cy="2145030"/>
          </a:xfrm>
          <a:prstGeom prst="rect">
            <a:avLst/>
          </a:prstGeom>
        </p:spPr>
      </p:pic>
      <p:pic>
        <p:nvPicPr>
          <p:cNvPr id="19" name="图片 18" descr="15thz"/>
          <p:cNvPicPr>
            <a:picLocks noChangeAspect="1"/>
          </p:cNvPicPr>
          <p:nvPr/>
        </p:nvPicPr>
        <p:blipFill>
          <a:blip r:embed="rId2"/>
          <a:stretch>
            <a:fillRect/>
          </a:stretch>
        </p:blipFill>
        <p:spPr>
          <a:xfrm>
            <a:off x="5500370" y="1387475"/>
            <a:ext cx="5279390" cy="2146300"/>
          </a:xfrm>
          <a:prstGeom prst="rect">
            <a:avLst/>
          </a:prstGeom>
        </p:spPr>
      </p:pic>
      <p:pic>
        <p:nvPicPr>
          <p:cNvPr id="21" name="图片 20" descr="50thz"/>
          <p:cNvPicPr>
            <a:picLocks noChangeAspect="1"/>
          </p:cNvPicPr>
          <p:nvPr/>
        </p:nvPicPr>
        <p:blipFill>
          <a:blip r:embed="rId3"/>
          <a:stretch>
            <a:fillRect/>
          </a:stretch>
        </p:blipFill>
        <p:spPr>
          <a:xfrm>
            <a:off x="295910" y="3138170"/>
            <a:ext cx="5471795" cy="2223770"/>
          </a:xfrm>
          <a:prstGeom prst="rect">
            <a:avLst/>
          </a:prstGeom>
        </p:spPr>
      </p:pic>
      <p:pic>
        <p:nvPicPr>
          <p:cNvPr id="22" name="图片 21" descr="100thz"/>
          <p:cNvPicPr>
            <a:picLocks noChangeAspect="1"/>
          </p:cNvPicPr>
          <p:nvPr/>
        </p:nvPicPr>
        <p:blipFill>
          <a:blip r:embed="rId4"/>
          <a:stretch>
            <a:fillRect/>
          </a:stretch>
        </p:blipFill>
        <p:spPr>
          <a:xfrm>
            <a:off x="5767705" y="3138170"/>
            <a:ext cx="5180965" cy="2105660"/>
          </a:xfrm>
          <a:prstGeom prst="rect">
            <a:avLst/>
          </a:prstGeom>
        </p:spPr>
      </p:pic>
      <p:pic>
        <p:nvPicPr>
          <p:cNvPr id="23" name="图片 22" descr="500thz"/>
          <p:cNvPicPr>
            <a:picLocks noChangeAspect="1"/>
          </p:cNvPicPr>
          <p:nvPr/>
        </p:nvPicPr>
        <p:blipFill>
          <a:blip r:embed="rId5"/>
          <a:stretch>
            <a:fillRect/>
          </a:stretch>
        </p:blipFill>
        <p:spPr>
          <a:xfrm>
            <a:off x="295910" y="4970145"/>
            <a:ext cx="5601970" cy="2277110"/>
          </a:xfrm>
          <a:prstGeom prst="rect">
            <a:avLst/>
          </a:prstGeom>
        </p:spPr>
      </p:pic>
      <p:sp>
        <p:nvSpPr>
          <p:cNvPr id="24" name="文本框 23"/>
          <p:cNvSpPr txBox="1"/>
          <p:nvPr/>
        </p:nvSpPr>
        <p:spPr>
          <a:xfrm>
            <a:off x="480695" y="857885"/>
            <a:ext cx="10299700" cy="645160"/>
          </a:xfrm>
          <a:prstGeom prst="rect">
            <a:avLst/>
          </a:prstGeom>
          <a:noFill/>
        </p:spPr>
        <p:txBody>
          <a:bodyPr wrap="square" rtlCol="0">
            <a:spAutoFit/>
          </a:bodyPr>
          <a:p>
            <a:r>
              <a:rPr lang="zh-CN" altLang="en-US">
                <a:ea typeface="宋体" charset="0"/>
              </a:rPr>
              <a:t>采用载波</a:t>
            </a:r>
            <a:r>
              <a:rPr lang="en-US" altLang="zh-CN">
                <a:ea typeface="宋体" charset="0"/>
              </a:rPr>
              <a:t>x</a:t>
            </a:r>
            <a:r>
              <a:rPr lang="zh-CN" altLang="en-US">
                <a:ea typeface="宋体" charset="0"/>
              </a:rPr>
              <a:t>包络表示高斯脉冲，如图分别为</a:t>
            </a:r>
            <a:r>
              <a:rPr lang="en-US" altLang="zh-CN">
                <a:ea typeface="宋体" charset="0"/>
              </a:rPr>
              <a:t>5</a:t>
            </a:r>
            <a:r>
              <a:rPr lang="zh-CN" altLang="en-US">
                <a:ea typeface="宋体" charset="0"/>
              </a:rPr>
              <a:t>、</a:t>
            </a:r>
            <a:r>
              <a:rPr lang="en-US" altLang="zh-CN">
                <a:ea typeface="宋体" charset="0"/>
              </a:rPr>
              <a:t>15</a:t>
            </a:r>
            <a:r>
              <a:rPr lang="zh-CN" altLang="en-US">
                <a:ea typeface="宋体" charset="0"/>
              </a:rPr>
              <a:t>、</a:t>
            </a:r>
            <a:r>
              <a:rPr lang="en-US" altLang="zh-CN">
                <a:ea typeface="宋体" charset="0"/>
              </a:rPr>
              <a:t>50</a:t>
            </a:r>
            <a:r>
              <a:rPr lang="zh-CN" altLang="en-US">
                <a:ea typeface="宋体" charset="0"/>
              </a:rPr>
              <a:t>、</a:t>
            </a:r>
            <a:r>
              <a:rPr lang="en-US" altLang="zh-CN">
                <a:ea typeface="宋体" charset="0"/>
              </a:rPr>
              <a:t>100</a:t>
            </a:r>
            <a:r>
              <a:rPr lang="zh-CN" altLang="en-US">
                <a:ea typeface="宋体" charset="0"/>
              </a:rPr>
              <a:t>、</a:t>
            </a:r>
            <a:r>
              <a:rPr lang="en-US" altLang="zh-CN">
                <a:ea typeface="宋体" charset="0"/>
              </a:rPr>
              <a:t>500THz</a:t>
            </a:r>
            <a:r>
              <a:rPr lang="zh-CN" altLang="en-US">
                <a:ea typeface="宋体" charset="0"/>
              </a:rPr>
              <a:t>的载波与同一个的包络相乘</a:t>
            </a:r>
            <a:endParaRPr lang="en-US" altLang="zh-CN">
              <a:ea typeface="宋体" charset="0"/>
            </a:endParaRPr>
          </a:p>
          <a:p>
            <a:endParaRPr lang="en-US" altLang="zh-CN">
              <a:ea typeface="宋体"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标题 6"/>
          <p:cNvSpPr>
            <a:spLocks noGrp="1"/>
          </p:cNvSpPr>
          <p:nvPr>
            <p:ph type="title"/>
          </p:nvPr>
        </p:nvSpPr>
        <p:spPr/>
        <p:txBody>
          <a:bodyPr/>
          <a:p>
            <a:r>
              <a:rPr lang="zh-CN" altLang="en-US"/>
              <a:t>困难</a:t>
            </a:r>
            <a:endParaRPr lang="zh-CN" altLang="en-US"/>
          </a:p>
        </p:txBody>
      </p:sp>
      <p:sp>
        <p:nvSpPr>
          <p:cNvPr id="8" name="内容占位符 7"/>
          <p:cNvSpPr>
            <a:spLocks noGrp="1"/>
          </p:cNvSpPr>
          <p:nvPr>
            <p:ph idx="1"/>
          </p:nvPr>
        </p:nvSpPr>
        <p:spPr/>
        <p:txBody>
          <a:bodyPr/>
          <a:p>
            <a:r>
              <a:rPr lang="zh-CN" altLang="en-US"/>
              <a:t>项目所需的必要的知识？</a:t>
            </a:r>
            <a:endParaRPr lang="zh-CN" altLang="en-US"/>
          </a:p>
          <a:p>
            <a:r>
              <a:rPr lang="zh-CN" altLang="en-US"/>
              <a:t>算法上如何区分无规律的脉冲和锁模后稳定的脉冲？</a:t>
            </a:r>
            <a:endParaRPr lang="zh-CN" altLang="en-US"/>
          </a:p>
          <a:p>
            <a:pPr marL="0" indent="0">
              <a:buNone/>
            </a:pP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2026-10-16</a:t>
            </a:r>
            <a:r>
              <a:rPr lang="zh-CN" altLang="en-US">
                <a:ea typeface="宋体" charset="0"/>
              </a:rPr>
              <a:t>日</a:t>
            </a:r>
            <a:endParaRPr lang="zh-CN" altLang="en-US">
              <a:ea typeface="宋体" charset="0"/>
            </a:endParaRPr>
          </a:p>
        </p:txBody>
      </p:sp>
      <p:sp>
        <p:nvSpPr>
          <p:cNvPr id="3" name="内容占位符 2"/>
          <p:cNvSpPr>
            <a:spLocks noGrp="1"/>
          </p:cNvSpPr>
          <p:nvPr>
            <p:ph idx="1"/>
          </p:nvPr>
        </p:nvSpPr>
        <p:spPr/>
        <p:txBody>
          <a:bodyPr/>
          <a:p>
            <a:pPr marL="0" indent="0">
              <a:buNone/>
            </a:pPr>
            <a:r>
              <a:rPr lang="zh-CN" altLang="en-US"/>
              <a:t>已经完成：方案选型，确认流程，文献资料查找</a:t>
            </a:r>
            <a:endParaRPr lang="zh-CN" altLang="en-US"/>
          </a:p>
          <a:p>
            <a:pPr marL="0" indent="0">
              <a:buNone/>
            </a:pPr>
            <a:r>
              <a:rPr lang="zh-CN" altLang="en-US"/>
              <a:t>正在进行：仿真算法的编写</a:t>
            </a:r>
            <a:endParaRPr lang="zh-CN" altLang="en-US"/>
          </a:p>
          <a:p>
            <a:pPr marL="0" indent="0">
              <a:buNone/>
            </a:pPr>
            <a:r>
              <a:rPr lang="zh-CN" altLang="en-US"/>
              <a:t>下一步：完成编写后，调试识别算法和数据采集算法</a:t>
            </a:r>
            <a:endParaRPr lang="zh-CN" altLang="en-US"/>
          </a:p>
          <a:p>
            <a:pPr marL="0" indent="0">
              <a:buNone/>
            </a:pP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论文参考及内容概述</a:t>
            </a:r>
            <a:endParaRPr lang="zh-CN" altLang="en-US"/>
          </a:p>
        </p:txBody>
      </p:sp>
      <p:sp>
        <p:nvSpPr>
          <p:cNvPr id="5" name="内容占位符 4"/>
          <p:cNvSpPr/>
          <p:nvPr>
            <p:ph idx="1"/>
          </p:nvPr>
        </p:nvSpPr>
        <p:spPr>
          <a:xfrm>
            <a:off x="838200" y="1825625"/>
            <a:ext cx="5600065" cy="4351655"/>
          </a:xfrm>
        </p:spPr>
        <p:txBody>
          <a:bodyPr>
            <a:normAutofit/>
          </a:bodyPr>
          <a:p>
            <a:r>
              <a:rPr lang="en-US" altLang="zh-CN" sz="1800"/>
              <a:t>Random Search Algorithm-Assisted Automatic Mode-Locked Fiber Lasers</a:t>
            </a:r>
            <a:endParaRPr lang="en-US" altLang="zh-CN" sz="1800"/>
          </a:p>
          <a:p>
            <a:pPr marL="0" indent="0">
              <a:buNone/>
            </a:pPr>
            <a:r>
              <a:rPr lang="zh-CN" altLang="en-US" sz="1800"/>
              <a:t>自动锁模是光纤激光器产生超短脉冲的重要方法。本文开发了一种随机搜索算法，并搭建了自动锁模激光器。作者首先对自动锁模掺镱光纤激光器进行数值仿真，成功获得连续波与锁模脉冲状态；随后利用挤压式电动偏振控制器调节锁模状态，实现了 532.71 </a:t>
            </a:r>
            <a:r>
              <a:rPr lang="en-US" altLang="zh-CN" sz="1800"/>
              <a:t>fs </a:t>
            </a:r>
            <a:r>
              <a:rPr lang="zh-CN" altLang="en-US" sz="1800"/>
              <a:t>耗散孤子和 23.87 </a:t>
            </a:r>
            <a:r>
              <a:rPr lang="en-US" altLang="zh-CN" sz="1800"/>
              <a:t>ps </a:t>
            </a:r>
            <a:r>
              <a:rPr lang="zh-CN" altLang="en-US" sz="1800"/>
              <a:t>噪声型脉冲的可控输出，搜索时间分别为 14.19 </a:t>
            </a:r>
            <a:r>
              <a:rPr lang="en-US" altLang="zh-CN" sz="1800"/>
              <a:t>s </a:t>
            </a:r>
            <a:r>
              <a:rPr lang="zh-CN" altLang="en-US" sz="1800"/>
              <a:t>和 2.37 </a:t>
            </a:r>
            <a:r>
              <a:rPr lang="en-US" altLang="zh-CN" sz="1800"/>
              <a:t>s。</a:t>
            </a:r>
            <a:r>
              <a:rPr lang="zh-CN" altLang="en-US" sz="1800"/>
              <a:t>二者的中心波长分别为 1034 </a:t>
            </a:r>
            <a:r>
              <a:rPr lang="en-US" altLang="zh-CN" sz="1800"/>
              <a:t>nm </a:t>
            </a:r>
            <a:r>
              <a:rPr lang="zh-CN" altLang="en-US" sz="1800"/>
              <a:t>和 1038 </a:t>
            </a:r>
            <a:r>
              <a:rPr lang="en-US" altLang="zh-CN" sz="1800"/>
              <a:t>nm，</a:t>
            </a:r>
            <a:r>
              <a:rPr lang="zh-CN" altLang="en-US" sz="1800"/>
              <a:t>信噪比分别为 63.1 </a:t>
            </a:r>
            <a:r>
              <a:rPr lang="en-US" altLang="zh-CN" sz="1800"/>
              <a:t>dB </a:t>
            </a:r>
            <a:r>
              <a:rPr lang="zh-CN" altLang="en-US" sz="1800"/>
              <a:t>和 51.2 </a:t>
            </a:r>
            <a:r>
              <a:rPr lang="en-US" altLang="zh-CN" sz="1800"/>
              <a:t>dB。</a:t>
            </a:r>
            <a:endParaRPr lang="en-US" altLang="zh-CN" sz="1800"/>
          </a:p>
          <a:p>
            <a:pPr marL="0" indent="0">
              <a:buNone/>
            </a:pPr>
            <a:endParaRPr lang="en-US" altLang="zh-CN" sz="1800"/>
          </a:p>
        </p:txBody>
      </p:sp>
      <p:pic>
        <p:nvPicPr>
          <p:cNvPr id="7" name="图片 6"/>
          <p:cNvPicPr>
            <a:picLocks noChangeAspect="1"/>
          </p:cNvPicPr>
          <p:nvPr/>
        </p:nvPicPr>
        <p:blipFill>
          <a:blip r:embed="rId1"/>
          <a:stretch>
            <a:fillRect/>
          </a:stretch>
        </p:blipFill>
        <p:spPr>
          <a:xfrm>
            <a:off x="6438265" y="899795"/>
            <a:ext cx="5342890" cy="47675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论文参考及内容概述</a:t>
            </a:r>
            <a:endParaRPr lang="zh-CN" altLang="en-US"/>
          </a:p>
        </p:txBody>
      </p:sp>
      <p:sp>
        <p:nvSpPr>
          <p:cNvPr id="5" name="内容占位符 4"/>
          <p:cNvSpPr/>
          <p:nvPr>
            <p:ph idx="1"/>
          </p:nvPr>
        </p:nvSpPr>
        <p:spPr>
          <a:xfrm>
            <a:off x="838200" y="1825625"/>
            <a:ext cx="5600065" cy="4351655"/>
          </a:xfrm>
        </p:spPr>
        <p:txBody>
          <a:bodyPr>
            <a:normAutofit/>
          </a:bodyPr>
          <a:p>
            <a:r>
              <a:rPr lang="en-US" altLang="zh-CN" sz="1800"/>
              <a:t>Automatic mode-locked fiber laser based on adaptive genetic algorithm</a:t>
            </a:r>
            <a:endParaRPr lang="en-US" altLang="zh-CN" sz="1800"/>
          </a:p>
          <a:p>
            <a:pPr marL="0" indent="0">
              <a:buNone/>
            </a:pPr>
            <a:r>
              <a:rPr lang="zh-CN" altLang="en-US" sz="1800"/>
              <a:t>提出了一种改进的自适应遗传算法（</a:t>
            </a:r>
            <a:r>
              <a:rPr lang="en-US" altLang="zh-CN" sz="1800"/>
              <a:t>GA），</a:t>
            </a:r>
            <a:r>
              <a:rPr lang="zh-CN" altLang="en-US" sz="1800"/>
              <a:t>并在基于非线性偏振旋转的锁模掺铒光纤激光器（</a:t>
            </a:r>
            <a:r>
              <a:rPr lang="en-US" altLang="zh-CN" sz="1800"/>
              <a:t>EDFL）</a:t>
            </a:r>
            <a:r>
              <a:rPr lang="zh-CN" altLang="en-US" sz="1800"/>
              <a:t>中实现。该算法将 </a:t>
            </a:r>
            <a:r>
              <a:rPr lang="en-US" altLang="zh-CN" sz="1800"/>
              <a:t>GA </a:t>
            </a:r>
            <a:r>
              <a:rPr lang="zh-CN" altLang="en-US" sz="1800"/>
              <a:t>与自适应交叉概率和变异率相结合。随着求解过程中迭代次数的增加，交叉概率和变异率随着适应度函数值的变化而动态调整。当改进的自适应遗传算法不断优化以将腔内偏振态收敛到目标态时，会自动生成展宽脉冲。从其他状态调整到展宽脉冲锁定所需的平均代数为 2，这比一般 </a:t>
            </a:r>
            <a:r>
              <a:rPr lang="en-US" altLang="zh-CN" sz="1800"/>
              <a:t>GA </a:t>
            </a:r>
            <a:r>
              <a:rPr lang="zh-CN" altLang="en-US" sz="1800"/>
              <a:t>提供的要好。研究了具有不同交叉概率和变异率的锁模 </a:t>
            </a:r>
            <a:r>
              <a:rPr lang="en-US" altLang="zh-CN" sz="1800"/>
              <a:t>EDFL </a:t>
            </a:r>
            <a:r>
              <a:rPr lang="zh-CN" altLang="en-US" sz="1800"/>
              <a:t>的演化曲线，结果表明了所提出的改进自适应遗传算法的有效性。</a:t>
            </a:r>
            <a:endParaRPr lang="zh-CN" altLang="en-US" sz="1800"/>
          </a:p>
        </p:txBody>
      </p:sp>
      <p:pic>
        <p:nvPicPr>
          <p:cNvPr id="3" name="图片 2"/>
          <p:cNvPicPr>
            <a:picLocks noChangeAspect="1"/>
          </p:cNvPicPr>
          <p:nvPr/>
        </p:nvPicPr>
        <p:blipFill>
          <a:blip r:embed="rId1"/>
          <a:stretch>
            <a:fillRect/>
          </a:stretch>
        </p:blipFill>
        <p:spPr>
          <a:xfrm>
            <a:off x="6438265" y="1485900"/>
            <a:ext cx="5745480" cy="37998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论文参考及内容概述</a:t>
            </a:r>
            <a:endParaRPr lang="zh-CN" altLang="en-US"/>
          </a:p>
        </p:txBody>
      </p:sp>
      <p:sp>
        <p:nvSpPr>
          <p:cNvPr id="5" name="内容占位符 4"/>
          <p:cNvSpPr/>
          <p:nvPr>
            <p:ph idx="1"/>
          </p:nvPr>
        </p:nvSpPr>
        <p:spPr>
          <a:xfrm>
            <a:off x="838200" y="1825625"/>
            <a:ext cx="5600065" cy="4351655"/>
          </a:xfrm>
        </p:spPr>
        <p:txBody>
          <a:bodyPr>
            <a:normAutofit/>
          </a:bodyPr>
          <a:p>
            <a:r>
              <a:rPr lang="en-US" altLang="zh-CN" sz="1800"/>
              <a:t>Stability analysis of mode-locked pulses generated by nonlinear</a:t>
            </a:r>
            <a:endParaRPr lang="en-US" altLang="zh-CN" sz="1800"/>
          </a:p>
          <a:p>
            <a:pPr marL="0" indent="0">
              <a:buNone/>
            </a:pPr>
            <a:r>
              <a:rPr lang="zh-CN" altLang="en-US" sz="1800"/>
              <a:t>我们提出了一种新方法，用于确定光纤中的非线性偏振旋转效应能够产生锁模脉冲的区域。该方法以谐振腔内实际光纤的 </a:t>
            </a:r>
            <a:r>
              <a:rPr lang="en-US" altLang="zh-CN" sz="1800"/>
              <a:t>Jones </a:t>
            </a:r>
            <a:r>
              <a:rPr lang="zh-CN" altLang="en-US" sz="1800"/>
              <a:t>矩阵为基础；该矩阵表征了光纤弯曲、扭转所导致的双折射以及非线性效应。利用测得的 </a:t>
            </a:r>
            <a:r>
              <a:rPr lang="en-US" altLang="zh-CN" sz="1800"/>
              <a:t>Jones </a:t>
            </a:r>
            <a:r>
              <a:rPr lang="zh-CN" altLang="en-US" sz="1800"/>
              <a:t>矩阵，可以改进稳定锁模区域的理论分析。结果表明，所提出的方法能够预测实验中测得的锁模区域。</a:t>
            </a:r>
            <a:endParaRPr lang="zh-CN" altLang="en-US" sz="1800"/>
          </a:p>
        </p:txBody>
      </p:sp>
      <p:pic>
        <p:nvPicPr>
          <p:cNvPr id="4" name="图片 3"/>
          <p:cNvPicPr>
            <a:picLocks noChangeAspect="1"/>
          </p:cNvPicPr>
          <p:nvPr/>
        </p:nvPicPr>
        <p:blipFill>
          <a:blip r:embed="rId1"/>
          <a:stretch>
            <a:fillRect/>
          </a:stretch>
        </p:blipFill>
        <p:spPr>
          <a:xfrm>
            <a:off x="6494145" y="669290"/>
            <a:ext cx="5507355" cy="52044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论文参考及内容概述</a:t>
            </a:r>
            <a:endParaRPr lang="zh-CN" altLang="en-US"/>
          </a:p>
        </p:txBody>
      </p:sp>
      <p:sp>
        <p:nvSpPr>
          <p:cNvPr id="5" name="内容占位符 4"/>
          <p:cNvSpPr/>
          <p:nvPr>
            <p:ph idx="1"/>
          </p:nvPr>
        </p:nvSpPr>
        <p:spPr>
          <a:xfrm>
            <a:off x="838200" y="1825625"/>
            <a:ext cx="5600065" cy="4351655"/>
          </a:xfrm>
        </p:spPr>
        <p:txBody>
          <a:bodyPr>
            <a:normAutofit/>
          </a:bodyPr>
          <a:p>
            <a:r>
              <a:rPr lang="en-US" altLang="zh-CN" sz="1800"/>
              <a:t>On the study of pulse evolution in ultra-short pulse mode-locked fiber lasers by numerical simulations</a:t>
            </a:r>
            <a:endParaRPr lang="en-US" altLang="zh-CN" sz="1800"/>
          </a:p>
          <a:p>
            <a:pPr marL="0" indent="0">
              <a:buNone/>
            </a:pPr>
            <a:r>
              <a:rPr lang="zh-CN" altLang="en-US" sz="1800"/>
              <a:t>本文着重讨论采用非分布式模型对超短脉冲锁模光纤激光器进行数值模拟时涉及的若干问题。研究表明，即使系统参数固定，不同初始条件仍可能通向多个吸引子，这种现象在不同锁模机制之间的过渡区域尤其明显。本文还展示了通过逐步提高增益，可将从不同量子噪声场出发并分别趋于多个吸引子的情形，收敛到单一解。基于这些分析和模型，本文重新考察了由腔内色散和增益光纤饱和能量变化所产生的不同锁模状态，并指出：由自相似演化产生线性啁啾抛物线脉冲的工作区，包含在更广义的无波破裂锁模区域之中。</a:t>
            </a:r>
            <a:endParaRPr lang="zh-CN" altLang="en-US" sz="1800"/>
          </a:p>
        </p:txBody>
      </p:sp>
      <p:pic>
        <p:nvPicPr>
          <p:cNvPr id="3" name="图片 2"/>
          <p:cNvPicPr>
            <a:picLocks noChangeAspect="1"/>
          </p:cNvPicPr>
          <p:nvPr/>
        </p:nvPicPr>
        <p:blipFill>
          <a:blip r:embed="rId1"/>
          <a:stretch>
            <a:fillRect/>
          </a:stretch>
        </p:blipFill>
        <p:spPr>
          <a:xfrm>
            <a:off x="6487160" y="1518920"/>
            <a:ext cx="6865620" cy="374523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当前的进度与规划</a:t>
            </a:r>
            <a:endParaRPr lang="zh-CN" altLang="en-US"/>
          </a:p>
        </p:txBody>
      </p:sp>
      <p:sp>
        <p:nvSpPr>
          <p:cNvPr id="12" name="矩形 11"/>
          <p:cNvSpPr/>
          <p:nvPr/>
        </p:nvSpPr>
        <p:spPr>
          <a:xfrm>
            <a:off x="3337560" y="1726565"/>
            <a:ext cx="1737360" cy="69215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ea typeface="宋体" charset="0"/>
              </a:rPr>
              <a:t>数字建模</a:t>
            </a:r>
            <a:endParaRPr lang="zh-CN" altLang="en-US">
              <a:ea typeface="宋体" charset="0"/>
            </a:endParaRPr>
          </a:p>
        </p:txBody>
      </p:sp>
      <p:sp>
        <p:nvSpPr>
          <p:cNvPr id="13" name="矩形 12"/>
          <p:cNvSpPr/>
          <p:nvPr/>
        </p:nvSpPr>
        <p:spPr>
          <a:xfrm>
            <a:off x="3337560" y="3355975"/>
            <a:ext cx="1737360" cy="69215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ym typeface="+mn-ea"/>
              </a:rPr>
              <a:t>参数搜索和反馈算法</a:t>
            </a:r>
            <a:endParaRPr lang="zh-CN" altLang="en-US"/>
          </a:p>
        </p:txBody>
      </p:sp>
      <p:sp>
        <p:nvSpPr>
          <p:cNvPr id="14" name="矩形 13"/>
          <p:cNvSpPr/>
          <p:nvPr/>
        </p:nvSpPr>
        <p:spPr>
          <a:xfrm>
            <a:off x="3337560" y="4985385"/>
            <a:ext cx="1737360" cy="69215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ym typeface="+mn-ea"/>
              </a:rPr>
              <a:t>传感器数据采集算法</a:t>
            </a:r>
            <a:endParaRPr lang="zh-CN" altLang="en-US"/>
          </a:p>
        </p:txBody>
      </p:sp>
      <p:sp>
        <p:nvSpPr>
          <p:cNvPr id="15" name="矩形 14"/>
          <p:cNvSpPr/>
          <p:nvPr/>
        </p:nvSpPr>
        <p:spPr>
          <a:xfrm>
            <a:off x="6257290" y="4985385"/>
            <a:ext cx="1737360" cy="69215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调试反馈算法</a:t>
            </a:r>
            <a:endParaRPr lang="zh-CN" altLang="en-US">
              <a:ea typeface="宋体" charset="0"/>
            </a:endParaRPr>
          </a:p>
        </p:txBody>
      </p:sp>
      <p:sp>
        <p:nvSpPr>
          <p:cNvPr id="17" name="矩形 16"/>
          <p:cNvSpPr/>
          <p:nvPr/>
        </p:nvSpPr>
        <p:spPr>
          <a:xfrm>
            <a:off x="6257290" y="3355975"/>
            <a:ext cx="1737360" cy="69215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ea typeface="宋体" charset="0"/>
              </a:rPr>
              <a:t>优化反馈算法</a:t>
            </a:r>
            <a:endParaRPr lang="zh-CN" altLang="en-US">
              <a:ea typeface="宋体" charset="0"/>
            </a:endParaRPr>
          </a:p>
        </p:txBody>
      </p:sp>
      <p:sp>
        <p:nvSpPr>
          <p:cNvPr id="18" name="矩形 17"/>
          <p:cNvSpPr/>
          <p:nvPr/>
        </p:nvSpPr>
        <p:spPr>
          <a:xfrm>
            <a:off x="6257290" y="1726565"/>
            <a:ext cx="1737360" cy="69215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ea typeface="宋体" charset="0"/>
              </a:rPr>
              <a:t>撰写论文</a:t>
            </a:r>
            <a:endParaRPr lang="zh-CN" altLang="en-US">
              <a:ea typeface="宋体" charset="0"/>
            </a:endParaRPr>
          </a:p>
        </p:txBody>
      </p:sp>
      <p:cxnSp>
        <p:nvCxnSpPr>
          <p:cNvPr id="19" name="直接箭头连接符 18"/>
          <p:cNvCxnSpPr>
            <a:stCxn id="12" idx="2"/>
            <a:endCxn id="13" idx="0"/>
          </p:cNvCxnSpPr>
          <p:nvPr/>
        </p:nvCxnSpPr>
        <p:spPr>
          <a:xfrm>
            <a:off x="4206240" y="2418715"/>
            <a:ext cx="0" cy="937260"/>
          </a:xfrm>
          <a:prstGeom prst="straightConnector1">
            <a:avLst/>
          </a:prstGeom>
          <a:ln w="31750" cap="rnd">
            <a:solidFill>
              <a:schemeClr val="accent2"/>
            </a:solidFill>
            <a:round/>
            <a:tailEnd type="arrow" w="med" len="med"/>
          </a:ln>
        </p:spPr>
        <p:style>
          <a:lnRef idx="0">
            <a:srgbClr val="FFFFFF"/>
          </a:lnRef>
          <a:fillRef idx="0">
            <a:srgbClr val="FFFFFF"/>
          </a:fillRef>
          <a:effectRef idx="0">
            <a:srgbClr val="FFFFFF"/>
          </a:effectRef>
          <a:fontRef idx="minor">
            <a:schemeClr val="tx1"/>
          </a:fontRef>
        </p:style>
      </p:cxnSp>
      <p:cxnSp>
        <p:nvCxnSpPr>
          <p:cNvPr id="20" name="直接箭头连接符 19"/>
          <p:cNvCxnSpPr/>
          <p:nvPr/>
        </p:nvCxnSpPr>
        <p:spPr>
          <a:xfrm>
            <a:off x="4206240" y="4048125"/>
            <a:ext cx="0" cy="937260"/>
          </a:xfrm>
          <a:prstGeom prst="straightConnector1">
            <a:avLst/>
          </a:prstGeom>
          <a:ln w="31750" cap="rnd">
            <a:solidFill>
              <a:schemeClr val="accent2"/>
            </a:solidFill>
            <a:round/>
            <a:tailEnd type="arrow" w="med" len="med"/>
          </a:ln>
        </p:spPr>
        <p:style>
          <a:lnRef idx="0">
            <a:srgbClr val="FFFFFF"/>
          </a:lnRef>
          <a:fillRef idx="0">
            <a:srgbClr val="FFFFFF"/>
          </a:fillRef>
          <a:effectRef idx="0">
            <a:srgbClr val="FFFFFF"/>
          </a:effectRef>
          <a:fontRef idx="minor">
            <a:schemeClr val="tx1"/>
          </a:fontRef>
        </p:style>
      </p:cxnSp>
      <p:cxnSp>
        <p:nvCxnSpPr>
          <p:cNvPr id="24" name="直接箭头连接符 23"/>
          <p:cNvCxnSpPr>
            <a:stCxn id="14" idx="3"/>
            <a:endCxn id="15" idx="1"/>
          </p:cNvCxnSpPr>
          <p:nvPr/>
        </p:nvCxnSpPr>
        <p:spPr>
          <a:xfrm>
            <a:off x="5074920" y="5331460"/>
            <a:ext cx="1182370" cy="0"/>
          </a:xfrm>
          <a:prstGeom prst="straightConnector1">
            <a:avLst/>
          </a:prstGeom>
          <a:ln w="31750" cap="rnd">
            <a:solidFill>
              <a:schemeClr val="accent2"/>
            </a:solidFill>
            <a:round/>
            <a:tailEnd type="arrow" w="med" len="med"/>
          </a:ln>
        </p:spPr>
        <p:style>
          <a:lnRef idx="0">
            <a:srgbClr val="FFFFFF"/>
          </a:lnRef>
          <a:fillRef idx="0">
            <a:srgbClr val="FFFFFF"/>
          </a:fillRef>
          <a:effectRef idx="0">
            <a:srgbClr val="FFFFFF"/>
          </a:effectRef>
          <a:fontRef idx="minor">
            <a:schemeClr val="tx1"/>
          </a:fontRef>
        </p:style>
      </p:cxnSp>
      <p:cxnSp>
        <p:nvCxnSpPr>
          <p:cNvPr id="25" name="直接箭头连接符 24"/>
          <p:cNvCxnSpPr>
            <a:stCxn id="15" idx="0"/>
            <a:endCxn id="17" idx="2"/>
          </p:cNvCxnSpPr>
          <p:nvPr/>
        </p:nvCxnSpPr>
        <p:spPr>
          <a:xfrm flipV="1">
            <a:off x="7125970" y="4048125"/>
            <a:ext cx="0" cy="937260"/>
          </a:xfrm>
          <a:prstGeom prst="straightConnector1">
            <a:avLst/>
          </a:prstGeom>
          <a:ln w="31750" cap="rnd">
            <a:solidFill>
              <a:schemeClr val="accent2"/>
            </a:solidFill>
            <a:round/>
            <a:tailEnd type="arrow" w="med" len="med"/>
          </a:ln>
        </p:spPr>
        <p:style>
          <a:lnRef idx="0">
            <a:srgbClr val="FFFFFF"/>
          </a:lnRef>
          <a:fillRef idx="0">
            <a:srgbClr val="FFFFFF"/>
          </a:fillRef>
          <a:effectRef idx="0">
            <a:srgbClr val="FFFFFF"/>
          </a:effectRef>
          <a:fontRef idx="minor">
            <a:schemeClr val="tx1"/>
          </a:fontRef>
        </p:style>
      </p:cxnSp>
      <p:cxnSp>
        <p:nvCxnSpPr>
          <p:cNvPr id="26" name="直接箭头连接符 25"/>
          <p:cNvCxnSpPr/>
          <p:nvPr/>
        </p:nvCxnSpPr>
        <p:spPr>
          <a:xfrm flipV="1">
            <a:off x="7125970" y="2418715"/>
            <a:ext cx="0" cy="937260"/>
          </a:xfrm>
          <a:prstGeom prst="straightConnector1">
            <a:avLst/>
          </a:prstGeom>
          <a:ln w="31750" cap="rnd">
            <a:solidFill>
              <a:schemeClr val="accent2"/>
            </a:solidFill>
            <a:round/>
            <a:tailEnd type="arrow" w="med" len="med"/>
          </a:ln>
        </p:spPr>
        <p:style>
          <a:lnRef idx="0">
            <a:srgbClr val="FFFFFF"/>
          </a:lnRef>
          <a:fillRef idx="0">
            <a:srgbClr val="FFFFFF"/>
          </a:fillRef>
          <a:effectRef idx="0">
            <a:srgbClr val="FFFFFF"/>
          </a:effectRef>
          <a:fontRef idx="minor">
            <a:schemeClr val="tx1"/>
          </a:fontRef>
        </p:style>
      </p:cxnSp>
      <p:sp>
        <p:nvSpPr>
          <p:cNvPr id="27" name="虚尾箭头 26"/>
          <p:cNvSpPr/>
          <p:nvPr/>
        </p:nvSpPr>
        <p:spPr>
          <a:xfrm>
            <a:off x="2270760" y="1644650"/>
            <a:ext cx="1066800" cy="855980"/>
          </a:xfrm>
          <a:prstGeom prst="stripedRightArrow">
            <a:avLst/>
          </a:prstGeom>
          <a:solidFill>
            <a:schemeClr val="accent6"/>
          </a:solidFill>
          <a:ln>
            <a:solidFill>
              <a:schemeClr val="accent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当前</a:t>
            </a: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当前的进度与规划</a:t>
            </a:r>
            <a:endParaRPr lang="zh-CN" altLang="en-US"/>
          </a:p>
        </p:txBody>
      </p:sp>
      <p:graphicFrame>
        <p:nvGraphicFramePr>
          <p:cNvPr id="3" name="图示 2"/>
          <p:cNvGraphicFramePr/>
          <p:nvPr/>
        </p:nvGraphicFramePr>
        <p:xfrm>
          <a:off x="544195" y="1598930"/>
          <a:ext cx="3860800" cy="473583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mc:AlternateContent xmlns:mc="http://schemas.openxmlformats.org/markup-compatibility/2006">
        <mc:Choice xmlns:a14="http://schemas.microsoft.com/office/drawing/2010/main" Requires="a14">
          <p:sp>
            <p:nvSpPr>
              <p:cNvPr id="10" name="文本框 9"/>
              <p:cNvSpPr txBox="1"/>
              <p:nvPr/>
            </p:nvSpPr>
            <p:spPr>
              <a:xfrm>
                <a:off x="5038090" y="2099945"/>
                <a:ext cx="6064250" cy="3734435"/>
              </a:xfrm>
              <a:prstGeom prst="rect">
                <a:avLst/>
              </a:prstGeom>
              <a:noFill/>
            </p:spPr>
            <p:txBody>
              <a:bodyPr wrap="square" rtlCol="0">
                <a:noAutofit/>
              </a:bodyPr>
              <a:p>
                <a:pPr marL="285750" indent="-285750">
                  <a:buFont typeface="Arial" panose="020B0604020202020204" pitchFamily="34" charset="0"/>
                  <a:buChar char="•"/>
                </a:pPr>
                <a:r>
                  <a:rPr lang="en-US" altLang="zh-CN"/>
                  <a:t>EDF</a:t>
                </a:r>
                <a:r>
                  <a:rPr lang="zh-CN" altLang="en-US">
                    <a:ea typeface="宋体" charset="0"/>
                  </a:rPr>
                  <a:t>：采用公式</a:t>
                </a:r>
                <a:r>
                  <a:rPr lang="en-US" altLang="zh-CN">
                    <a:ea typeface="宋体" charset="0"/>
                  </a:rPr>
                  <a:t> </a:t>
                </a:r>
                <a14:m>
                  <m:oMath xmlns:m="http://schemas.openxmlformats.org/officeDocument/2006/math">
                    <m:r>
                      <a:rPr lang="en-US" altLang="zh-CN" i="1">
                        <a:latin typeface="DejaVu Math TeX Gyre" panose="02000503000000000000" charset="0"/>
                        <a:ea typeface="宋体" charset="0"/>
                        <a:cs typeface="DejaVu Math TeX Gyre" panose="02000503000000000000" charset="0"/>
                      </a:rPr>
                      <m:t>𝑔</m:t>
                    </m:r>
                    <m:r>
                      <a:rPr lang="en-US" altLang="zh-CN" i="1">
                        <a:latin typeface="DejaVu Math TeX Gyre" panose="02000503000000000000" charset="0"/>
                        <a:ea typeface="宋体" charset="0"/>
                        <a:cs typeface="DejaVu Math TeX Gyre" panose="02000503000000000000" charset="0"/>
                      </a:rPr>
                      <m:t>=</m:t>
                    </m:r>
                    <m:f>
                      <m:fPr>
                        <m:ctrlPr>
                          <a:rPr lang="en-US" altLang="zh-CN" i="1">
                            <a:latin typeface="DejaVu Math TeX Gyre" panose="02000503000000000000" charset="0"/>
                            <a:ea typeface="宋体" charset="0"/>
                            <a:cs typeface="DejaVu Math TeX Gyre" panose="02000503000000000000" charset="0"/>
                          </a:rPr>
                        </m:ctrlPr>
                      </m:fPr>
                      <m:num>
                        <m:r>
                          <a:rPr lang="en-US" altLang="zh-CN" i="1">
                            <a:latin typeface="DejaVu Math TeX Gyre" panose="02000503000000000000" charset="0"/>
                            <a:ea typeface="宋体" charset="0"/>
                            <a:cs typeface="DejaVu Math TeX Gyre" panose="02000503000000000000" charset="0"/>
                          </a:rPr>
                          <m:t>𝑔</m:t>
                        </m:r>
                        <m:r>
                          <a:rPr lang="en-US" altLang="zh-CN" i="1">
                            <a:latin typeface="DejaVu Math TeX Gyre" panose="02000503000000000000" charset="0"/>
                            <a:ea typeface="宋体" charset="0"/>
                            <a:cs typeface="DejaVu Math TeX Gyre" panose="02000503000000000000" charset="0"/>
                          </a:rPr>
                          <m:t>0</m:t>
                        </m:r>
                      </m:num>
                      <m:den>
                        <m:r>
                          <a:rPr lang="en-US" altLang="zh-CN" i="1">
                            <a:latin typeface="DejaVu Math TeX Gyre" panose="02000503000000000000" charset="0"/>
                            <a:ea typeface="宋体" charset="0"/>
                            <a:cs typeface="DejaVu Math TeX Gyre" panose="02000503000000000000" charset="0"/>
                          </a:rPr>
                          <m:t>1</m:t>
                        </m:r>
                        <m:r>
                          <a:rPr lang="en-US" altLang="zh-CN" i="1">
                            <a:latin typeface="DejaVu Math TeX Gyre" panose="02000503000000000000" charset="0"/>
                            <a:ea typeface="宋体" charset="0"/>
                            <a:cs typeface="DejaVu Math TeX Gyre" panose="02000503000000000000" charset="0"/>
                          </a:rPr>
                          <m:t> + </m:t>
                        </m:r>
                        <m:box>
                          <m:boxPr>
                            <m:noBreak m:val="on"/>
                            <m:ctrlPr>
                              <a:rPr lang="en-US" altLang="zh-CN" i="1">
                                <a:latin typeface="DejaVu Math TeX Gyre" panose="02000503000000000000" charset="0"/>
                                <a:ea typeface="宋体" charset="0"/>
                                <a:cs typeface="DejaVu Math TeX Gyre" panose="02000503000000000000" charset="0"/>
                              </a:rPr>
                            </m:ctrlPr>
                          </m:boxPr>
                          <m:e>
                            <m:argPr>
                              <m:argSz m:val="-1"/>
                            </m:argPr>
                            <m:f>
                              <m:fPr>
                                <m:ctrlPr>
                                  <a:rPr lang="en-US" altLang="zh-CN" i="1">
                                    <a:latin typeface="DejaVu Math TeX Gyre" panose="02000503000000000000" charset="0"/>
                                    <a:ea typeface="宋体" charset="0"/>
                                    <a:cs typeface="DejaVu Math TeX Gyre" panose="02000503000000000000" charset="0"/>
                                  </a:rPr>
                                </m:ctrlPr>
                              </m:fPr>
                              <m:num>
                                <m:sSub>
                                  <m:sSubPr>
                                    <m:ctrlPr>
                                      <a:rPr lang="en-US" altLang="zh-CN" i="1">
                                        <a:latin typeface="DejaVu Math TeX Gyre" panose="02000503000000000000" charset="0"/>
                                        <a:ea typeface="宋体" charset="0"/>
                                        <a:cs typeface="DejaVu Math TeX Gyre" panose="02000503000000000000" charset="0"/>
                                      </a:rPr>
                                    </m:ctrlPr>
                                  </m:sSubPr>
                                  <m:e>
                                    <m:r>
                                      <a:rPr lang="en-US" altLang="zh-CN" i="1">
                                        <a:latin typeface="DejaVu Math TeX Gyre" panose="02000503000000000000" charset="0"/>
                                        <a:ea typeface="宋体" charset="0"/>
                                        <a:cs typeface="DejaVu Math TeX Gyre" panose="02000503000000000000" charset="0"/>
                                      </a:rPr>
                                      <m:t>𝐸</m:t>
                                    </m:r>
                                  </m:e>
                                  <m:sub>
                                    <m:r>
                                      <a:rPr lang="en-US" altLang="zh-CN" i="1">
                                        <a:latin typeface="DejaVu Math TeX Gyre" panose="02000503000000000000" charset="0"/>
                                        <a:ea typeface="宋体" charset="0"/>
                                        <a:cs typeface="DejaVu Math TeX Gyre" panose="02000503000000000000" charset="0"/>
                                      </a:rPr>
                                      <m:t>𝑝</m:t>
                                    </m:r>
                                  </m:sub>
                                </m:sSub>
                              </m:num>
                              <m:den>
                                <m:sSub>
                                  <m:sSubPr>
                                    <m:ctrlPr>
                                      <a:rPr lang="en-US" altLang="zh-CN" i="1">
                                        <a:latin typeface="DejaVu Math TeX Gyre" panose="02000503000000000000" charset="0"/>
                                        <a:ea typeface="宋体" charset="0"/>
                                        <a:cs typeface="DejaVu Math TeX Gyre" panose="02000503000000000000" charset="0"/>
                                      </a:rPr>
                                    </m:ctrlPr>
                                  </m:sSubPr>
                                  <m:e>
                                    <m:r>
                                      <a:rPr lang="en-US" altLang="zh-CN" i="1">
                                        <a:latin typeface="DejaVu Math TeX Gyre" panose="02000503000000000000" charset="0"/>
                                        <a:ea typeface="宋体" charset="0"/>
                                        <a:cs typeface="DejaVu Math TeX Gyre" panose="02000503000000000000" charset="0"/>
                                      </a:rPr>
                                      <m:t>𝐸</m:t>
                                    </m:r>
                                  </m:e>
                                  <m:sub>
                                    <m:r>
                                      <a:rPr lang="en-US" altLang="zh-CN" i="1">
                                        <a:latin typeface="DejaVu Math TeX Gyre" panose="02000503000000000000" charset="0"/>
                                        <a:ea typeface="宋体" charset="0"/>
                                        <a:cs typeface="DejaVu Math TeX Gyre" panose="02000503000000000000" charset="0"/>
                                      </a:rPr>
                                      <m:t>𝑠𝑎𝑡</m:t>
                                    </m:r>
                                  </m:sub>
                                </m:sSub>
                              </m:den>
                            </m:f>
                          </m:e>
                        </m:box>
                      </m:den>
                    </m:f>
                  </m:oMath>
                </a14:m>
                <a:r>
                  <a:rPr lang="en-US" altLang="zh-CN">
                    <a:ea typeface="宋体" charset="0"/>
                  </a:rPr>
                  <a:t> </a:t>
                </a:r>
                <a:r>
                  <a:rPr lang="zh-CN" altLang="en-US">
                    <a:ea typeface="宋体" charset="0"/>
                  </a:rPr>
                  <a:t>计算饱和增益系数</a:t>
                </a:r>
                <a:endParaRPr lang="en-US" altLang="zh-CN"/>
              </a:p>
              <a:p>
                <a:pPr marL="285750" indent="-285750">
                  <a:buFont typeface="Arial" panose="020B0604020202020204" pitchFamily="34" charset="0"/>
                  <a:buChar char="•"/>
                </a:pPr>
                <a:endParaRPr lang="en-US" altLang="zh-CN"/>
              </a:p>
              <a:p>
                <a:pPr marL="285750" indent="-285750">
                  <a:buFont typeface="Arial" panose="020B0604020202020204" pitchFamily="34" charset="0"/>
                  <a:buChar char="•"/>
                </a:pPr>
                <a:r>
                  <a:rPr lang="en-US" altLang="zh-CN"/>
                  <a:t>OC</a:t>
                </a:r>
                <a:r>
                  <a:rPr lang="zh-CN" altLang="en-US">
                    <a:ea typeface="宋体" charset="0"/>
                  </a:rPr>
                  <a:t>：按照配置对偏振进行处理</a:t>
                </a:r>
                <a:endParaRPr lang="en-US" altLang="zh-CN"/>
              </a:p>
              <a:p>
                <a:pPr marL="285750" indent="-285750">
                  <a:buFont typeface="Arial" panose="020B0604020202020204" pitchFamily="34" charset="0"/>
                  <a:buChar char="•"/>
                </a:pPr>
                <a:endParaRPr lang="en-US" altLang="zh-CN"/>
              </a:p>
              <a:p>
                <a:pPr marL="285750" indent="-285750">
                  <a:buFont typeface="Arial" panose="020B0604020202020204" pitchFamily="34" charset="0"/>
                  <a:buChar char="•"/>
                </a:pPr>
                <a:r>
                  <a:rPr lang="en-US" altLang="zh-CN"/>
                  <a:t>EPC</a:t>
                </a:r>
                <a:r>
                  <a:rPr lang="zh-CN" altLang="en-US">
                    <a:ea typeface="宋体" charset="0"/>
                  </a:rPr>
                  <a:t>：视为四个琼斯矩阵倒序左乘</a:t>
                </a:r>
                <a:endParaRPr lang="en-US" altLang="zh-CN"/>
              </a:p>
              <a:p>
                <a:pPr marL="285750" indent="-285750">
                  <a:buFont typeface="Arial" panose="020B0604020202020204" pitchFamily="34" charset="0"/>
                  <a:buChar char="•"/>
                </a:pPr>
                <a:endParaRPr lang="en-US" altLang="zh-CN"/>
              </a:p>
              <a:p>
                <a:pPr marL="285750" indent="-285750">
                  <a:buFont typeface="Arial" panose="020B0604020202020204" pitchFamily="34" charset="0"/>
                  <a:buChar char="•"/>
                </a:pPr>
                <a:r>
                  <a:rPr lang="en-US" altLang="zh-CN"/>
                  <a:t>PD-ISO</a:t>
                </a:r>
                <a:r>
                  <a:rPr lang="zh-CN" altLang="en-US">
                    <a:ea typeface="宋体" charset="0"/>
                  </a:rPr>
                  <a:t>：视作理想检偏器</a:t>
                </a:r>
                <a:endParaRPr lang="en-US" altLang="zh-CN"/>
              </a:p>
              <a:p>
                <a:pPr marL="285750" indent="-285750">
                  <a:buFont typeface="Arial" panose="020B0604020202020204" pitchFamily="34" charset="0"/>
                  <a:buChar char="•"/>
                </a:pPr>
                <a:endParaRPr lang="en-US" altLang="zh-CN"/>
              </a:p>
              <a:p>
                <a:pPr marL="285750" indent="-285750">
                  <a:buFont typeface="Arial" panose="020B0604020202020204" pitchFamily="34" charset="0"/>
                  <a:buChar char="•"/>
                </a:pPr>
                <a:r>
                  <a:rPr lang="en-US" altLang="zh-CN"/>
                  <a:t>SMF</a:t>
                </a:r>
                <a:r>
                  <a:rPr lang="zh-CN" altLang="en-US">
                    <a:ea typeface="宋体" charset="0"/>
                  </a:rPr>
                  <a:t>：损耗系数固定，考虑</a:t>
                </a:r>
                <a:r>
                  <a:rPr lang="en-US" altLang="zh-CN">
                    <a:ea typeface="宋体" charset="0"/>
                  </a:rPr>
                  <a:t>Kerr</a:t>
                </a:r>
                <a:r>
                  <a:rPr lang="zh-CN" altLang="en-US">
                    <a:ea typeface="宋体" charset="0"/>
                  </a:rPr>
                  <a:t>非线性，二阶色散待定</a:t>
                </a:r>
                <a:endParaRPr lang="zh-CN" altLang="en-US">
                  <a:ea typeface="宋体" charset="0"/>
                </a:endParaRPr>
              </a:p>
              <a:p>
                <a:pPr marL="285750" indent="-285750">
                  <a:buFont typeface="Arial" panose="020B0604020202020204" pitchFamily="34" charset="0"/>
                  <a:buChar char="•"/>
                </a:pPr>
                <a:endParaRPr lang="zh-CN" altLang="en-US">
                  <a:ea typeface="宋体" charset="0"/>
                </a:endParaRPr>
              </a:p>
              <a:p>
                <a:pPr marL="285750" indent="-285750">
                  <a:buFont typeface="Arial" panose="020B0604020202020204" pitchFamily="34" charset="0"/>
                  <a:buChar char="•"/>
                </a:pPr>
                <a:r>
                  <a:rPr lang="zh-CN" altLang="en-US">
                    <a:ea typeface="宋体" charset="0"/>
                  </a:rPr>
                  <a:t>光电转化器：</a:t>
                </a:r>
                <a14:m>
                  <m:oMath xmlns:m="http://schemas.openxmlformats.org/officeDocument/2006/math">
                    <m:func>
                      <m:funcPr>
                        <m:ctrlPr>
                          <a:rPr lang="en-US" altLang="zh-CN">
                            <a:latin typeface="DejaVu Math TeX Gyre" panose="02000503000000000000" charset="0"/>
                            <a:ea typeface="宋体" charset="0"/>
                            <a:cs typeface="DejaVu Math TeX Gyre" panose="02000503000000000000" charset="0"/>
                          </a:rPr>
                        </m:ctrlPr>
                      </m:funcPr>
                      <m:fName>
                        <m:r>
                          <m:rPr>
                            <m:sty m:val="p"/>
                          </m:rPr>
                          <a:rPr lang="en-US" altLang="zh-CN">
                            <a:latin typeface="DejaVu Math TeX Gyre" panose="02000503000000000000" charset="0"/>
                            <a:ea typeface="宋体" charset="0"/>
                            <a:cs typeface="DejaVu Math TeX Gyre" panose="02000503000000000000" charset="0"/>
                          </a:rPr>
                          <m:t>I</m:t>
                        </m:r>
                      </m:fName>
                      <m:e>
                        <m:r>
                          <a:rPr lang="en-US" altLang="zh-CN" i="1">
                            <a:latin typeface="DejaVu Math TeX Gyre" panose="02000503000000000000" charset="0"/>
                            <a:ea typeface="宋体" charset="0"/>
                            <a:cs typeface="DejaVu Math TeX Gyre" panose="02000503000000000000" charset="0"/>
                          </a:rPr>
                          <m:t>(</m:t>
                        </m:r>
                        <m:r>
                          <a:rPr lang="en-US" altLang="zh-CN" i="1">
                            <a:latin typeface="DejaVu Math TeX Gyre" panose="02000503000000000000" charset="0"/>
                            <a:ea typeface="宋体" charset="0"/>
                            <a:cs typeface="DejaVu Math TeX Gyre" panose="02000503000000000000" charset="0"/>
                          </a:rPr>
                          <m:t>𝑡</m:t>
                        </m:r>
                        <m:r>
                          <a:rPr lang="en-US" altLang="zh-CN" i="1">
                            <a:latin typeface="DejaVu Math TeX Gyre" panose="02000503000000000000" charset="0"/>
                            <a:ea typeface="宋体" charset="0"/>
                            <a:cs typeface="DejaVu Math TeX Gyre" panose="02000503000000000000" charset="0"/>
                          </a:rPr>
                          <m:t>) = </m:t>
                        </m:r>
                      </m:e>
                    </m:func>
                    <m:r>
                      <a:rPr lang="en-US" altLang="zh-CN" i="1">
                        <a:latin typeface="DejaVu Math TeX Gyre" panose="02000503000000000000" charset="0"/>
                        <a:ea typeface="宋体" charset="0"/>
                        <a:cs typeface="DejaVu Math TeX Gyre" panose="02000503000000000000" charset="0"/>
                      </a:rPr>
                      <m:t>𝛼</m:t>
                    </m:r>
                    <m:func>
                      <m:funcPr>
                        <m:ctrlPr>
                          <a:rPr lang="en-US" altLang="zh-CN">
                            <a:latin typeface="DejaVu Math TeX Gyre" panose="02000503000000000000" charset="0"/>
                            <a:ea typeface="宋体" charset="0"/>
                            <a:cs typeface="DejaVu Math TeX Gyre" panose="02000503000000000000" charset="0"/>
                          </a:rPr>
                        </m:ctrlPr>
                      </m:funcPr>
                      <m:fName>
                        <m:r>
                          <m:rPr>
                            <m:sty m:val="p"/>
                          </m:rPr>
                          <a:rPr lang="en-US" altLang="zh-CN">
                            <a:latin typeface="DejaVu Math TeX Gyre" panose="02000503000000000000" charset="0"/>
                            <a:ea typeface="宋体" charset="0"/>
                            <a:cs typeface="DejaVu Math TeX Gyre" panose="02000503000000000000" charset="0"/>
                          </a:rPr>
                          <m:t>P</m:t>
                        </m:r>
                      </m:fName>
                      <m:e>
                        <m:r>
                          <a:rPr lang="en-US" altLang="zh-CN" i="1">
                            <a:latin typeface="DejaVu Math TeX Gyre" panose="02000503000000000000" charset="0"/>
                            <a:ea typeface="宋体" charset="0"/>
                            <a:cs typeface="DejaVu Math TeX Gyre" panose="02000503000000000000" charset="0"/>
                          </a:rPr>
                          <m:t>(</m:t>
                        </m:r>
                        <m:r>
                          <a:rPr lang="en-US" altLang="zh-CN" i="1">
                            <a:latin typeface="DejaVu Math TeX Gyre" panose="02000503000000000000" charset="0"/>
                            <a:ea typeface="宋体" charset="0"/>
                            <a:cs typeface="DejaVu Math TeX Gyre" panose="02000503000000000000" charset="0"/>
                          </a:rPr>
                          <m:t>𝑡</m:t>
                        </m:r>
                        <m:r>
                          <a:rPr lang="en-US" altLang="zh-CN" i="1">
                            <a:latin typeface="DejaVu Math TeX Gyre" panose="02000503000000000000" charset="0"/>
                            <a:ea typeface="宋体" charset="0"/>
                            <a:cs typeface="DejaVu Math TeX Gyre" panose="02000503000000000000" charset="0"/>
                          </a:rPr>
                          <m:t>)</m:t>
                        </m:r>
                      </m:e>
                    </m:func>
                  </m:oMath>
                </a14:m>
                <a:endParaRPr lang="en-US" altLang="zh-CN" i="1">
                  <a:latin typeface="Arial" panose="020B0604020202020204" pitchFamily="34" charset="0"/>
                  <a:ea typeface="宋体" charset="0"/>
                  <a:cs typeface="Arial" panose="020B0604020202020204" pitchFamily="34" charset="0"/>
                </a:endParaRPr>
              </a:p>
            </p:txBody>
          </p:sp>
        </mc:Choice>
        <mc:Fallback>
          <p:sp>
            <p:nvSpPr>
              <p:cNvPr id="10" name="文本框 9"/>
              <p:cNvSpPr txBox="1">
                <a:spLocks noRot="1" noChangeAspect="1" noMove="1" noResize="1" noEditPoints="1" noAdjustHandles="1" noChangeArrowheads="1" noChangeShapeType="1" noTextEdit="1"/>
              </p:cNvSpPr>
              <p:nvPr/>
            </p:nvSpPr>
            <p:spPr>
              <a:xfrm>
                <a:off x="5038090" y="2099945"/>
                <a:ext cx="6064250" cy="3734435"/>
              </a:xfrm>
              <a:prstGeom prst="rect">
                <a:avLst/>
              </a:prstGeom>
              <a:blipFill rotWithShape="1">
                <a:blip r:embed="rId6"/>
                <a:stretch>
                  <a:fillRect/>
                </a:stretch>
              </a:blipFill>
            </p:spPr>
            <p:txBody>
              <a:bodyPr/>
              <a:lstStyle/>
              <a:p>
                <a:r>
                  <a:rPr lang="zh-CN" altLang="en-US">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后续的规划</a:t>
            </a:r>
            <a:endParaRPr lang="zh-CN" altLang="en-US"/>
          </a:p>
        </p:txBody>
      </p:sp>
      <p:sp>
        <p:nvSpPr>
          <p:cNvPr id="3" name="内容占位符 2"/>
          <p:cNvSpPr>
            <a:spLocks noGrp="1"/>
          </p:cNvSpPr>
          <p:nvPr>
            <p:ph idx="1"/>
          </p:nvPr>
        </p:nvSpPr>
        <p:spPr/>
        <p:txBody>
          <a:bodyPr/>
          <a:p>
            <a:r>
              <a:rPr lang="zh-CN" altLang="en-US"/>
              <a:t>测试搭建的仿真系统能否模拟基频锁模和谐波锁模。</a:t>
            </a:r>
            <a:endParaRPr lang="zh-CN" altLang="en-US"/>
          </a:p>
          <a:p>
            <a:r>
              <a:rPr lang="zh-CN" altLang="en-US"/>
              <a:t>测试识别算法是否能稳定的判断失锁和锁模的情况</a:t>
            </a:r>
            <a:endParaRPr lang="zh-CN" altLang="en-US"/>
          </a:p>
          <a:p>
            <a:r>
              <a:rPr lang="zh-CN" altLang="en-US">
                <a:ea typeface="宋体" charset="0"/>
              </a:rPr>
              <a:t>测试反馈算法是否可以正确的调整</a:t>
            </a:r>
            <a:r>
              <a:rPr lang="en-US" altLang="zh-CN">
                <a:ea typeface="宋体" charset="0"/>
              </a:rPr>
              <a:t>PC</a:t>
            </a:r>
            <a:r>
              <a:rPr lang="zh-CN" altLang="en-US">
                <a:ea typeface="宋体" charset="0"/>
              </a:rPr>
              <a:t>从失锁到锁模</a:t>
            </a:r>
            <a:endParaRPr lang="zh-CN" altLang="en-US">
              <a:ea typeface="宋体" charset="0"/>
            </a:endParaRPr>
          </a:p>
          <a:p>
            <a:r>
              <a:rPr lang="zh-CN" altLang="en-US">
                <a:ea typeface="宋体" charset="0"/>
              </a:rPr>
              <a:t>探索是否能根据光谱特征和示波器数据构建有效信息，让反馈算法可以有信息的进行参数搜索。（创新点）</a:t>
            </a:r>
            <a:endParaRPr lang="zh-CN" altLang="en-US">
              <a:ea typeface="宋体" charset="0"/>
            </a:endParaRPr>
          </a:p>
        </p:txBody>
      </p:sp>
    </p:spTree>
  </p:cSld>
  <p:clrMapOvr>
    <a:masterClrMapping/>
  </p:clrMapOvr>
</p:sld>
</file>

<file path=ppt/theme/theme1.xml><?xml version="1.0" encoding="utf-8"?>
<a:theme xmlns:a="http://schemas.openxmlformats.org/drawing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等线 Light"/>
        <a:ea typeface="Arial"/>
        <a:cs typeface="Arial"/>
      </a:majorFont>
      <a:minorFont>
        <a:latin typeface="等线"/>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2076</Words>
  <Application>WPS 演示</Application>
  <PresentationFormat>On-screen Show (4:3)</PresentationFormat>
  <Paragraphs>117</Paragraphs>
  <Slides>15</Slides>
  <Notes>3</Notes>
  <HiddenSlides>0</HiddenSlides>
  <MMClips>2</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15</vt:i4>
      </vt:variant>
    </vt:vector>
  </HeadingPairs>
  <TitlesOfParts>
    <vt:vector size="35" baseType="lpstr">
      <vt:lpstr>Arial</vt:lpstr>
      <vt:lpstr>宋体</vt:lpstr>
      <vt:lpstr>Wingdings</vt:lpstr>
      <vt:lpstr>Arial</vt:lpstr>
      <vt:lpstr>宋体</vt:lpstr>
      <vt:lpstr>Noto Serif CJK SC</vt:lpstr>
      <vt:lpstr>等线 Light</vt:lpstr>
      <vt:lpstr>Comfortaa Light</vt:lpstr>
      <vt:lpstr>微软雅黑</vt:lpstr>
      <vt:lpstr>Arial Unicode MS</vt:lpstr>
      <vt:lpstr>等线</vt:lpstr>
      <vt:lpstr>Calibri</vt:lpstr>
      <vt:lpstr>Trebuchet MS</vt:lpstr>
      <vt:lpstr>OpenSymbol</vt:lpstr>
      <vt:lpstr>DejaVu Math TeX Gyre</vt:lpstr>
      <vt:lpstr>BatangChe</vt:lpstr>
      <vt:lpstr>Noto Sans CJK KR</vt:lpstr>
      <vt:lpstr>Asana Math</vt:lpstr>
      <vt:lpstr>AR PL UKai CN</vt:lpstr>
      <vt:lpstr>Office Theme</vt:lpstr>
      <vt:lpstr>基于反馈的锁模参数自调整系统</vt:lpstr>
      <vt:lpstr>为采集数据添加分析系统</vt:lpstr>
      <vt:lpstr>方案选型</vt:lpstr>
      <vt:lpstr>规划</vt:lpstr>
      <vt:lpstr>现状</vt:lpstr>
      <vt:lpstr>现状</vt:lpstr>
      <vt:lpstr>困难</vt:lpstr>
      <vt:lpstr>2026-10-16日</vt:lpstr>
      <vt:lpstr>方案的选型</vt:lpstr>
      <vt:lpstr>论文参考及内容概述</vt:lpstr>
      <vt:lpstr>论文参考及内容概述</vt:lpstr>
      <vt:lpstr>论文参考及内容概述</vt:lpstr>
      <vt:lpstr>PowerPoint 演示文稿</vt:lpstr>
      <vt:lpstr>当前的进度与规划</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ray</cp:lastModifiedBy>
  <cp:revision>95</cp:revision>
  <dcterms:created xsi:type="dcterms:W3CDTF">2026-10-14T16:38:45Z</dcterms:created>
  <dcterms:modified xsi:type="dcterms:W3CDTF">2026-10-14T16:38:45Z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1D5D38A835519EDF25AFAE6AE7FD00E8_42</vt:lpwstr>
  </property>
  <property fmtid="{D5CDD505-2E9C-101B-9397-08002B2CF9AE}" pid="3" name="KSOProductBuildVer">
    <vt:lpwstr>2052-12.1.2.28080</vt:lpwstr>
  </property>
</Properties>
</file>