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0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396" y="-126"/>
      </p:cViewPr>
      <p:guideLst>
        <p:guide pos="3840"/>
        <p:guide orient="horz" pos="206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FE73B03-4D71-4565-8C52-4902BE6377A4}" type="doc">
      <dgm:prSet loTypeId="hierarchy" loCatId="hierarchy" qsTypeId="urn:microsoft.com/office/officeart/2005/8/quickstyle/simple2" qsCatId="simple" csTypeId="urn:microsoft.com/office/officeart/2005/8/colors/accent1_2" csCatId="accent1" phldr="1"/>
      <dgm:spPr/>
      <dgm:t>
        <a:bodyPr/>
        <a:p>
          <a:endParaRPr lang="zh-CN" altLang="en-US"/>
        </a:p>
      </dgm:t>
    </dgm:pt>
    <dgm:pt modelId="{0605F139-5EF0-48E7-A091-192233D2011D}">
      <dgm:prSet phldrT="[文本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/>
            <a:t>数字建模</a:t>
          </a:r>
          <a:endParaRPr lang="zh-CN" altLang="en-US"/>
        </a:p>
      </dgm:t>
    </dgm:pt>
    <dgm:pt modelId="{2AFB1B2A-8749-4E5E-9CB9-0B60F81C46F8}" cxnId="{178E67E2-50EF-4C72-8238-1B97CA71CCE2}" type="parTrans">
      <dgm:prSet/>
      <dgm:spPr/>
      <dgm:t>
        <a:bodyPr/>
        <a:p>
          <a:endParaRPr lang="zh-CN" altLang="en-US"/>
        </a:p>
      </dgm:t>
    </dgm:pt>
    <dgm:pt modelId="{E0FFEB56-236E-4FE9-83BF-31494E265D5A}" cxnId="{178E67E2-50EF-4C72-8238-1B97CA71CCE2}" type="sibTrans">
      <dgm:prSet/>
      <dgm:spPr/>
      <dgm:t>
        <a:bodyPr/>
        <a:p>
          <a:endParaRPr lang="zh-CN" altLang="en-US"/>
        </a:p>
      </dgm:t>
    </dgm:pt>
    <dgm:pt modelId="{4530EE7D-F557-4815-9ED2-EABC47F46978}">
      <dgm:prSet phldrT="[文本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EDF</a:t>
          </a:r>
          <a:r>
            <a:rPr lang="en-US" altLang="zh-CN"/>
            <a:t/>
          </a:r>
          <a:endParaRPr lang="en-US" altLang="zh-CN"/>
        </a:p>
      </dgm:t>
    </dgm:pt>
    <dgm:pt modelId="{AC2BFF99-DAE2-494A-88AB-85D75BC6D2EE}" cxnId="{6D5EAE68-7B31-4648-8DCE-2CDCBEA9B0A5}" type="parTrans">
      <dgm:prSet/>
      <dgm:spPr/>
      <dgm:t>
        <a:bodyPr/>
        <a:p>
          <a:endParaRPr lang="zh-CN" altLang="en-US"/>
        </a:p>
      </dgm:t>
    </dgm:pt>
    <dgm:pt modelId="{B98A0394-6758-42EB-8D0E-4491BED52B6C}" cxnId="{6D5EAE68-7B31-4648-8DCE-2CDCBEA9B0A5}" type="sibTrans">
      <dgm:prSet/>
      <dgm:spPr/>
      <dgm:t>
        <a:bodyPr/>
        <a:p>
          <a:endParaRPr lang="zh-CN" altLang="en-US"/>
        </a:p>
      </dgm:t>
    </dgm:pt>
    <dgm:pt modelId="{4E4A1E17-A3EC-4A54-9171-277E11A0B287}">
      <dgm:prSet phldrT="[文本]"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OC</a:t>
          </a:r>
          <a:r>
            <a:rPr lang="en-US" altLang="zh-CN"/>
            <a:t/>
          </a:r>
          <a:endParaRPr lang="en-US" altLang="zh-CN"/>
        </a:p>
      </dgm:t>
    </dgm:pt>
    <dgm:pt modelId="{367D7799-1E5C-4947-8AD1-85D1E0D367AF}" cxnId="{471495BA-1EA4-4DF5-A517-6DD039FE3CFD}" type="parTrans">
      <dgm:prSet/>
      <dgm:spPr/>
      <dgm:t>
        <a:bodyPr/>
        <a:p>
          <a:endParaRPr lang="zh-CN" altLang="en-US"/>
        </a:p>
      </dgm:t>
    </dgm:pt>
    <dgm:pt modelId="{7FFEBD18-7D5B-41C0-A8F3-60942A71708D}" cxnId="{471495BA-1EA4-4DF5-A517-6DD039FE3CFD}" type="sibTrans">
      <dgm:prSet/>
      <dgm:spPr/>
      <dgm:t>
        <a:bodyPr/>
        <a:p>
          <a:endParaRPr lang="zh-CN" altLang="en-US"/>
        </a:p>
      </dgm:t>
    </dgm:pt>
    <dgm:pt modelId="{C136B3B5-54D9-439F-9921-90C81742E7AD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EPC</a:t>
          </a:r>
          <a:r>
            <a:rPr altLang="en-US"/>
            <a:t/>
          </a:r>
          <a:endParaRPr altLang="en-US"/>
        </a:p>
      </dgm:t>
    </dgm:pt>
    <dgm:pt modelId="{8BAA7A50-580C-40EE-8CEC-D1A5CB35BDF9}" cxnId="{83ACBB81-6C38-4CBC-A8C5-0681F69F286E}" type="parTrans">
      <dgm:prSet/>
      <dgm:spPr/>
    </dgm:pt>
    <dgm:pt modelId="{97324CB3-1A17-4C64-B3A6-FF73142EE28C}" cxnId="{83ACBB81-6C38-4CBC-A8C5-0681F69F286E}" type="sibTrans">
      <dgm:prSet/>
      <dgm:spPr/>
    </dgm:pt>
    <dgm:pt modelId="{54BD9685-D119-413C-82E6-5CCF6366DFDE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PD-ISO</a:t>
          </a:r>
          <a:r>
            <a:rPr altLang="en-US"/>
            <a:t/>
          </a:r>
          <a:endParaRPr altLang="en-US"/>
        </a:p>
      </dgm:t>
    </dgm:pt>
    <dgm:pt modelId="{98A34162-CF48-42D4-8E41-DB3433DED5F4}" cxnId="{A0357CDB-ADE6-445D-B96D-0249930894FA}" type="parTrans">
      <dgm:prSet/>
      <dgm:spPr/>
    </dgm:pt>
    <dgm:pt modelId="{9474D79E-DC99-4E32-BEAD-BECC669ABFA2}" cxnId="{A0357CDB-ADE6-445D-B96D-0249930894FA}" type="sibTrans">
      <dgm:prSet/>
      <dgm:spPr/>
    </dgm:pt>
    <dgm:pt modelId="{2FC4BD95-5AF9-428C-9875-48074C9C0E57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SMF</a:t>
          </a:r>
          <a:r>
            <a:rPr altLang="en-US"/>
            <a:t/>
          </a:r>
          <a:endParaRPr altLang="en-US"/>
        </a:p>
      </dgm:t>
    </dgm:pt>
    <dgm:pt modelId="{9F750CF4-78F8-4C35-A7F0-DB7A20FDFBAD}" cxnId="{1D6790AC-E9AF-4311-923A-753A77AB67E3}" type="parTrans">
      <dgm:prSet/>
      <dgm:spPr/>
    </dgm:pt>
    <dgm:pt modelId="{E4139F46-4CDA-4006-BFF6-2B6B6C8713DC}" cxnId="{1D6790AC-E9AF-4311-923A-753A77AB67E3}" type="sibTrans">
      <dgm:prSet/>
      <dgm:spPr/>
    </dgm:pt>
    <dgm:pt modelId="{66A6E2FD-C558-45CF-B8CF-134C5CF0EA99}">
      <dgm:prSet phldr="0" custT="0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>
              <a:ea typeface="宋体" charset="0"/>
            </a:rPr>
            <a:t>光电转换器</a:t>
          </a:r>
          <a:endParaRPr lang="zh-CN">
            <a:ea typeface="宋体" charset="0"/>
          </a:endParaRPr>
        </a:p>
      </dgm:t>
    </dgm:pt>
    <dgm:pt modelId="{3BB98215-B825-4B3D-ACA7-EF1897E8D3DB}" cxnId="{87DD1EE8-E644-4D0A-B6E1-62515CB80C0B}" type="parTrans">
      <dgm:prSet/>
      <dgm:spPr/>
    </dgm:pt>
    <dgm:pt modelId="{354A0117-56C1-4F0A-BC3F-1218BDA7A6BC}" cxnId="{87DD1EE8-E644-4D0A-B6E1-62515CB80C0B}" type="sibTrans">
      <dgm:prSet/>
      <dgm:spPr/>
    </dgm:pt>
    <dgm:pt modelId="{5FBAB40F-6011-4629-9B30-77C9439C91BF}" type="pres">
      <dgm:prSet presAssocID="{EFE73B03-4D71-4565-8C52-4902BE6377A4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332AA2E-A989-4175-BB73-78EA4C3BDB65}" type="pres">
      <dgm:prSet presAssocID="{0605F139-5EF0-48E7-A091-192233D2011D}" presName="root1" presStyleCnt="0"/>
      <dgm:spPr/>
    </dgm:pt>
    <dgm:pt modelId="{24E3F4AB-32FB-4CE0-9DAC-FC4DD26B5900}" type="pres">
      <dgm:prSet presAssocID="{0605F139-5EF0-48E7-A091-192233D2011D}" presName="LevelOneTextNode" presStyleLbl="node0" presStyleIdx="0" presStyleCnt="1">
        <dgm:presLayoutVars>
          <dgm:chPref val="3"/>
        </dgm:presLayoutVars>
      </dgm:prSet>
      <dgm:spPr/>
    </dgm:pt>
    <dgm:pt modelId="{44F25638-8073-4DA7-9390-5AC06A304565}" type="pres">
      <dgm:prSet presAssocID="{0605F139-5EF0-48E7-A091-192233D2011D}" presName="level2hierChild" presStyleCnt="0"/>
      <dgm:spPr/>
    </dgm:pt>
    <dgm:pt modelId="{B47BD6C9-6D53-4A69-975F-9CF96E25F10F}" type="pres">
      <dgm:prSet presAssocID="{AC2BFF99-DAE2-494A-88AB-85D75BC6D2EE}" presName="conn2-1" presStyleLbl="parChTrans1D2" presStyleIdx="0" presStyleCnt="6"/>
      <dgm:spPr/>
    </dgm:pt>
    <dgm:pt modelId="{C1833E64-0598-4ED8-B73B-4C820BB35531}" type="pres">
      <dgm:prSet presAssocID="{AC2BFF99-DAE2-494A-88AB-85D75BC6D2EE}" presName="connTx" presStyleCnt="0"/>
      <dgm:spPr/>
    </dgm:pt>
    <dgm:pt modelId="{46F58ACF-5130-428E-B3EF-87D6FEC0C921}" type="pres">
      <dgm:prSet presAssocID="{4530EE7D-F557-4815-9ED2-EABC47F46978}" presName="root2" presStyleCnt="0"/>
      <dgm:spPr/>
    </dgm:pt>
    <dgm:pt modelId="{3C0D5057-54F2-42F8-ADAD-AA27A1CC1A1B}" type="pres">
      <dgm:prSet presAssocID="{4530EE7D-F557-4815-9ED2-EABC47F46978}" presName="LevelTwoTextNode" presStyleLbl="node2" presStyleIdx="0" presStyleCnt="6" custLinFactNeighborX="-1">
        <dgm:presLayoutVars>
          <dgm:chPref val="3"/>
        </dgm:presLayoutVars>
      </dgm:prSet>
      <dgm:spPr/>
    </dgm:pt>
    <dgm:pt modelId="{48673F39-879C-4946-8DC7-FD68F0552920}" type="pres">
      <dgm:prSet presAssocID="{4530EE7D-F557-4815-9ED2-EABC47F46978}" presName="level3hierChild" presStyleCnt="0"/>
      <dgm:spPr/>
    </dgm:pt>
    <dgm:pt modelId="{2E81B90F-7494-41FF-808F-F7F82B993B40}" type="pres">
      <dgm:prSet presAssocID="{367D7799-1E5C-4947-8AD1-85D1E0D367AF}" presName="conn2-1" presStyleLbl="parChTrans1D2" presStyleIdx="1" presStyleCnt="6"/>
      <dgm:spPr/>
    </dgm:pt>
    <dgm:pt modelId="{0F4B7785-0023-487B-801C-9850969E1D34}" type="pres">
      <dgm:prSet presAssocID="{367D7799-1E5C-4947-8AD1-85D1E0D367AF}" presName="connTx" presStyleCnt="0"/>
      <dgm:spPr/>
    </dgm:pt>
    <dgm:pt modelId="{4925E953-147A-4210-9A9C-63730A307231}" type="pres">
      <dgm:prSet presAssocID="{4E4A1E17-A3EC-4A54-9171-277E11A0B287}" presName="root2" presStyleCnt="0"/>
      <dgm:spPr/>
    </dgm:pt>
    <dgm:pt modelId="{3D382021-A429-4403-82FF-5A95DD3EBB20}" type="pres">
      <dgm:prSet presAssocID="{4E4A1E17-A3EC-4A54-9171-277E11A0B287}" presName="LevelTwoTextNode" presStyleLbl="node2" presStyleIdx="1" presStyleCnt="6" custLinFactNeighborX="300" custLinFactNeighborY="1350">
        <dgm:presLayoutVars>
          <dgm:chPref val="3"/>
        </dgm:presLayoutVars>
      </dgm:prSet>
      <dgm:spPr/>
    </dgm:pt>
    <dgm:pt modelId="{6D231649-1A42-47D5-A289-01058E6A05B6}" type="pres">
      <dgm:prSet presAssocID="{4E4A1E17-A3EC-4A54-9171-277E11A0B287}" presName="level3hierChild" presStyleCnt="0"/>
      <dgm:spPr/>
    </dgm:pt>
    <dgm:pt modelId="{B616E672-6244-4419-9F42-40A083BE2892}" type="pres">
      <dgm:prSet presAssocID="{8BAA7A50-580C-40EE-8CEC-D1A5CB35BDF9}" presName="conn2-1" presStyleLbl="parChTrans1D2" presStyleIdx="2" presStyleCnt="6"/>
      <dgm:spPr/>
    </dgm:pt>
    <dgm:pt modelId="{9DD3D98B-DAE8-4440-A2C7-1E3F0F00B3F4}" type="pres">
      <dgm:prSet presAssocID="{8BAA7A50-580C-40EE-8CEC-D1A5CB35BDF9}" presName="connTx" presStyleCnt="0"/>
      <dgm:spPr/>
    </dgm:pt>
    <dgm:pt modelId="{609F3CFE-DF97-457D-8669-E192A9A0EB5E}" type="pres">
      <dgm:prSet presAssocID="{C136B3B5-54D9-439F-9921-90C81742E7AD}" presName="root2" presStyleCnt="0"/>
      <dgm:spPr/>
    </dgm:pt>
    <dgm:pt modelId="{0345EE78-0C42-4309-9345-CA4A5856319A}" type="pres">
      <dgm:prSet presAssocID="{C136B3B5-54D9-439F-9921-90C81742E7AD}" presName="LevelTwoTextNode" presStyleLbl="node2" presStyleIdx="2" presStyleCnt="6" custLinFactNeighborX="300" custLinFactNeighborY="-10">
        <dgm:presLayoutVars>
          <dgm:chPref val="3"/>
        </dgm:presLayoutVars>
      </dgm:prSet>
      <dgm:spPr/>
    </dgm:pt>
    <dgm:pt modelId="{E571BA4A-DDCB-410D-8859-44FF50D3A4F9}" type="pres">
      <dgm:prSet presAssocID="{C136B3B5-54D9-439F-9921-90C81742E7AD}" presName="level3hierChild" presStyleCnt="0"/>
      <dgm:spPr/>
    </dgm:pt>
    <dgm:pt modelId="{B2D3155B-8EA0-4D34-A087-4EBE66CF0987}" type="pres">
      <dgm:prSet presAssocID="{98A34162-CF48-42D4-8E41-DB3433DED5F4}" presName="conn2-1" presStyleLbl="parChTrans1D2" presStyleIdx="3" presStyleCnt="6"/>
      <dgm:spPr/>
    </dgm:pt>
    <dgm:pt modelId="{4B171F44-14B6-4433-AD01-8EC9AF8EE9A4}" type="pres">
      <dgm:prSet presAssocID="{98A34162-CF48-42D4-8E41-DB3433DED5F4}" presName="connTx" presStyleCnt="0"/>
      <dgm:spPr/>
    </dgm:pt>
    <dgm:pt modelId="{AB7355D3-8719-4052-B51A-D708467BD943}" type="pres">
      <dgm:prSet presAssocID="{54BD9685-D119-413C-82E6-5CCF6366DFDE}" presName="root2" presStyleCnt="0"/>
      <dgm:spPr/>
    </dgm:pt>
    <dgm:pt modelId="{ECC5BCB5-EA76-46E1-B1CC-F6ADA42BBB32}" type="pres">
      <dgm:prSet presAssocID="{54BD9685-D119-413C-82E6-5CCF6366DFDE}" presName="LevelTwoTextNode" presStyleLbl="node2" presStyleIdx="3" presStyleCnt="6">
        <dgm:presLayoutVars>
          <dgm:chPref val="3"/>
        </dgm:presLayoutVars>
      </dgm:prSet>
      <dgm:spPr/>
    </dgm:pt>
    <dgm:pt modelId="{5F36BC2B-CCFE-4F46-BDD8-35DC1BA080AB}" type="pres">
      <dgm:prSet presAssocID="{54BD9685-D119-413C-82E6-5CCF6366DFDE}" presName="level3hierChild" presStyleCnt="0"/>
      <dgm:spPr/>
    </dgm:pt>
    <dgm:pt modelId="{1DB743B0-DD85-4446-B01F-D58979D463F8}" type="pres">
      <dgm:prSet presAssocID="{9F750CF4-78F8-4C35-A7F0-DB7A20FDFBAD}" presName="conn2-1" presStyleLbl="parChTrans1D2" presStyleIdx="4" presStyleCnt="6"/>
      <dgm:spPr/>
    </dgm:pt>
    <dgm:pt modelId="{A7289013-B257-46F4-AC5C-18E8F296748D}" type="pres">
      <dgm:prSet presAssocID="{9F750CF4-78F8-4C35-A7F0-DB7A20FDFBAD}" presName="connTx" presStyleCnt="0"/>
      <dgm:spPr/>
    </dgm:pt>
    <dgm:pt modelId="{042755DE-F4D0-4FE9-B48D-8B35AC667204}" type="pres">
      <dgm:prSet presAssocID="{2FC4BD95-5AF9-428C-9875-48074C9C0E57}" presName="root2" presStyleCnt="0"/>
      <dgm:spPr/>
    </dgm:pt>
    <dgm:pt modelId="{CEF6146F-18C4-4DC9-ACEC-1707C78C076A}" type="pres">
      <dgm:prSet presAssocID="{2FC4BD95-5AF9-428C-9875-48074C9C0E57}" presName="LevelTwoTextNode" presStyleLbl="node2" presStyleIdx="4" presStyleCnt="6">
        <dgm:presLayoutVars>
          <dgm:chPref val="3"/>
        </dgm:presLayoutVars>
      </dgm:prSet>
      <dgm:spPr/>
    </dgm:pt>
    <dgm:pt modelId="{4189FF99-48E8-4E61-9F70-09FC67AF5069}" type="pres">
      <dgm:prSet presAssocID="{2FC4BD95-5AF9-428C-9875-48074C9C0E57}" presName="level3hierChild" presStyleCnt="0"/>
      <dgm:spPr/>
    </dgm:pt>
    <dgm:pt modelId="{928F94F7-B19D-4F9B-AB8E-9846A7974532}" type="pres">
      <dgm:prSet presAssocID="{3BB98215-B825-4B3D-ACA7-EF1897E8D3DB}" presName="conn2-1" presStyleLbl="parChTrans1D2" presStyleIdx="5" presStyleCnt="6"/>
      <dgm:spPr/>
    </dgm:pt>
    <dgm:pt modelId="{A8E7BF79-EF61-4708-9444-7CEDB1388D7B}" type="pres">
      <dgm:prSet presAssocID="{3BB98215-B825-4B3D-ACA7-EF1897E8D3DB}" presName="connTx" presStyleCnt="0"/>
      <dgm:spPr/>
    </dgm:pt>
    <dgm:pt modelId="{6B2BF1DA-F136-4862-962E-E36804D781AE}" type="pres">
      <dgm:prSet presAssocID="{66A6E2FD-C558-45CF-B8CF-134C5CF0EA99}" presName="root2" presStyleCnt="0"/>
      <dgm:spPr/>
    </dgm:pt>
    <dgm:pt modelId="{6FCA4F3F-347D-4EE4-AD74-CDCEB510BCD9}" type="pres">
      <dgm:prSet presAssocID="{66A6E2FD-C558-45CF-B8CF-134C5CF0EA99}" presName="LevelTwoTextNode" presStyleLbl="node2" presStyleIdx="5" presStyleCnt="6">
        <dgm:presLayoutVars>
          <dgm:chPref val="3"/>
        </dgm:presLayoutVars>
      </dgm:prSet>
      <dgm:spPr/>
    </dgm:pt>
    <dgm:pt modelId="{A73232E5-384D-4FEC-BD4F-42E53B94EBEC}" type="pres">
      <dgm:prSet presAssocID="{66A6E2FD-C558-45CF-B8CF-134C5CF0EA99}" presName="level3hierChild" presStyleCnt="0"/>
      <dgm:spPr/>
    </dgm:pt>
  </dgm:ptLst>
  <dgm:cxnLst>
    <dgm:cxn modelId="{178E67E2-50EF-4C72-8238-1B97CA71CCE2}" srcId="{EFE73B03-4D71-4565-8C52-4902BE6377A4}" destId="{0605F139-5EF0-48E7-A091-192233D2011D}" srcOrd="0" destOrd="0" parTransId="{2AFB1B2A-8749-4E5E-9CB9-0B60F81C46F8}" sibTransId="{E0FFEB56-236E-4FE9-83BF-31494E265D5A}"/>
    <dgm:cxn modelId="{6D5EAE68-7B31-4648-8DCE-2CDCBEA9B0A5}" srcId="{0605F139-5EF0-48E7-A091-192233D2011D}" destId="{4530EE7D-F557-4815-9ED2-EABC47F46978}" srcOrd="0" destOrd="0" parTransId="{AC2BFF99-DAE2-494A-88AB-85D75BC6D2EE}" sibTransId="{B98A0394-6758-42EB-8D0E-4491BED52B6C}"/>
    <dgm:cxn modelId="{471495BA-1EA4-4DF5-A517-6DD039FE3CFD}" srcId="{0605F139-5EF0-48E7-A091-192233D2011D}" destId="{4E4A1E17-A3EC-4A54-9171-277E11A0B287}" srcOrd="1" destOrd="0" parTransId="{367D7799-1E5C-4947-8AD1-85D1E0D367AF}" sibTransId="{7FFEBD18-7D5B-41C0-A8F3-60942A71708D}"/>
    <dgm:cxn modelId="{83ACBB81-6C38-4CBC-A8C5-0681F69F286E}" srcId="{0605F139-5EF0-48E7-A091-192233D2011D}" destId="{C136B3B5-54D9-439F-9921-90C81742E7AD}" srcOrd="2" destOrd="0" parTransId="{8BAA7A50-580C-40EE-8CEC-D1A5CB35BDF9}" sibTransId="{97324CB3-1A17-4C64-B3A6-FF73142EE28C}"/>
    <dgm:cxn modelId="{A0357CDB-ADE6-445D-B96D-0249930894FA}" srcId="{0605F139-5EF0-48E7-A091-192233D2011D}" destId="{54BD9685-D119-413C-82E6-5CCF6366DFDE}" srcOrd="3" destOrd="0" parTransId="{98A34162-CF48-42D4-8E41-DB3433DED5F4}" sibTransId="{9474D79E-DC99-4E32-BEAD-BECC669ABFA2}"/>
    <dgm:cxn modelId="{1D6790AC-E9AF-4311-923A-753A77AB67E3}" srcId="{0605F139-5EF0-48E7-A091-192233D2011D}" destId="{2FC4BD95-5AF9-428C-9875-48074C9C0E57}" srcOrd="4" destOrd="0" parTransId="{9F750CF4-78F8-4C35-A7F0-DB7A20FDFBAD}" sibTransId="{E4139F46-4CDA-4006-BFF6-2B6B6C8713DC}"/>
    <dgm:cxn modelId="{87DD1EE8-E644-4D0A-B6E1-62515CB80C0B}" srcId="{0605F139-5EF0-48E7-A091-192233D2011D}" destId="{66A6E2FD-C558-45CF-B8CF-134C5CF0EA99}" srcOrd="5" destOrd="0" parTransId="{3BB98215-B825-4B3D-ACA7-EF1897E8D3DB}" sibTransId="{354A0117-56C1-4F0A-BC3F-1218BDA7A6BC}"/>
    <dgm:cxn modelId="{04171D2B-2460-414B-A8B2-F2C4654BF60C}" type="presOf" srcId="{EFE73B03-4D71-4565-8C52-4902BE6377A4}" destId="{5FBAB40F-6011-4629-9B30-77C9439C91BF}" srcOrd="0" destOrd="0" presId="urn:microsoft.com/office/officeart/2005/8/layout/hierarchy2"/>
    <dgm:cxn modelId="{93815B7C-F7D2-449C-881B-6AF045CAD0BD}" type="presParOf" srcId="{5FBAB40F-6011-4629-9B30-77C9439C91BF}" destId="{2332AA2E-A989-4175-BB73-78EA4C3BDB65}" srcOrd="0" destOrd="0" presId="urn:microsoft.com/office/officeart/2005/8/layout/hierarchy2"/>
    <dgm:cxn modelId="{DD6F857E-1989-47BA-A615-6F9B62487132}" type="presParOf" srcId="{2332AA2E-A989-4175-BB73-78EA4C3BDB65}" destId="{24E3F4AB-32FB-4CE0-9DAC-FC4DD26B5900}" srcOrd="0" destOrd="0" presId="urn:microsoft.com/office/officeart/2005/8/layout/hierarchy2"/>
    <dgm:cxn modelId="{99E0454A-766D-4A37-948A-5EEFC06F7FE6}" type="presOf" srcId="{0605F139-5EF0-48E7-A091-192233D2011D}" destId="{24E3F4AB-32FB-4CE0-9DAC-FC4DD26B5900}" srcOrd="0" destOrd="0" presId="urn:microsoft.com/office/officeart/2005/8/layout/hierarchy2"/>
    <dgm:cxn modelId="{EE6A3EE6-037A-40CB-AC9D-E8DF78F39841}" type="presParOf" srcId="{2332AA2E-A989-4175-BB73-78EA4C3BDB65}" destId="{44F25638-8073-4DA7-9390-5AC06A304565}" srcOrd="1" destOrd="0" presId="urn:microsoft.com/office/officeart/2005/8/layout/hierarchy2"/>
    <dgm:cxn modelId="{B5817C68-65A8-442F-A9FF-5E515D5FE00E}" type="presParOf" srcId="{44F25638-8073-4DA7-9390-5AC06A304565}" destId="{B47BD6C9-6D53-4A69-975F-9CF96E25F10F}" srcOrd="0" destOrd="1" presId="urn:microsoft.com/office/officeart/2005/8/layout/hierarchy2"/>
    <dgm:cxn modelId="{FB3D5CAB-5065-4E08-9007-2A5B49ED432E}" type="presOf" srcId="{AC2BFF99-DAE2-494A-88AB-85D75BC6D2EE}" destId="{B47BD6C9-6D53-4A69-975F-9CF96E25F10F}" srcOrd="0" destOrd="0" presId="urn:microsoft.com/office/officeart/2005/8/layout/hierarchy2"/>
    <dgm:cxn modelId="{E5557572-B442-4A6F-AF9E-191ED0CF3F52}" type="presParOf" srcId="{B47BD6C9-6D53-4A69-975F-9CF96E25F10F}" destId="{C1833E64-0598-4ED8-B73B-4C820BB35531}" srcOrd="0" destOrd="0" presId="urn:microsoft.com/office/officeart/2005/8/layout/hierarchy2"/>
    <dgm:cxn modelId="{6B9FA469-9D87-408E-817F-4A652F4881F8}" type="presOf" srcId="{AC2BFF99-DAE2-494A-88AB-85D75BC6D2EE}" destId="{C1833E64-0598-4ED8-B73B-4C820BB35531}" srcOrd="1" destOrd="0" presId="urn:microsoft.com/office/officeart/2005/8/layout/hierarchy2"/>
    <dgm:cxn modelId="{40D52DA4-74F8-4699-B985-062F6218E649}" type="presParOf" srcId="{44F25638-8073-4DA7-9390-5AC06A304565}" destId="{46F58ACF-5130-428E-B3EF-87D6FEC0C921}" srcOrd="1" destOrd="1" presId="urn:microsoft.com/office/officeart/2005/8/layout/hierarchy2"/>
    <dgm:cxn modelId="{C3E59C26-5B89-4294-8DED-55061190601C}" type="presParOf" srcId="{46F58ACF-5130-428E-B3EF-87D6FEC0C921}" destId="{3C0D5057-54F2-42F8-ADAD-AA27A1CC1A1B}" srcOrd="0" destOrd="1" presId="urn:microsoft.com/office/officeart/2005/8/layout/hierarchy2"/>
    <dgm:cxn modelId="{CDA4F22D-AD44-4A7E-BA00-BF01FD6D689C}" type="presOf" srcId="{4530EE7D-F557-4815-9ED2-EABC47F46978}" destId="{3C0D5057-54F2-42F8-ADAD-AA27A1CC1A1B}" srcOrd="0" destOrd="0" presId="urn:microsoft.com/office/officeart/2005/8/layout/hierarchy2"/>
    <dgm:cxn modelId="{F09CB10E-39AB-408D-BB12-8340CD356175}" type="presParOf" srcId="{46F58ACF-5130-428E-B3EF-87D6FEC0C921}" destId="{48673F39-879C-4946-8DC7-FD68F0552920}" srcOrd="1" destOrd="1" presId="urn:microsoft.com/office/officeart/2005/8/layout/hierarchy2"/>
    <dgm:cxn modelId="{CFCB7535-081B-45D8-B655-393489B89B01}" type="presParOf" srcId="{44F25638-8073-4DA7-9390-5AC06A304565}" destId="{2E81B90F-7494-41FF-808F-F7F82B993B40}" srcOrd="2" destOrd="1" presId="urn:microsoft.com/office/officeart/2005/8/layout/hierarchy2"/>
    <dgm:cxn modelId="{92CEBFC8-20D2-4279-8DFA-AA5FFE0DA0BE}" type="presOf" srcId="{367D7799-1E5C-4947-8AD1-85D1E0D367AF}" destId="{2E81B90F-7494-41FF-808F-F7F82B993B40}" srcOrd="0" destOrd="0" presId="urn:microsoft.com/office/officeart/2005/8/layout/hierarchy2"/>
    <dgm:cxn modelId="{83156C29-0903-4661-AE06-FFA52FD8CC92}" type="presParOf" srcId="{2E81B90F-7494-41FF-808F-F7F82B993B40}" destId="{0F4B7785-0023-487B-801C-9850969E1D34}" srcOrd="0" destOrd="2" presId="urn:microsoft.com/office/officeart/2005/8/layout/hierarchy2"/>
    <dgm:cxn modelId="{A5503766-A26B-4D0D-8C7B-90BD6DC795D2}" type="presOf" srcId="{367D7799-1E5C-4947-8AD1-85D1E0D367AF}" destId="{0F4B7785-0023-487B-801C-9850969E1D34}" srcOrd="1" destOrd="0" presId="urn:microsoft.com/office/officeart/2005/8/layout/hierarchy2"/>
    <dgm:cxn modelId="{3DAFD286-864D-4E70-B819-E36CD23E953A}" type="presParOf" srcId="{44F25638-8073-4DA7-9390-5AC06A304565}" destId="{4925E953-147A-4210-9A9C-63730A307231}" srcOrd="3" destOrd="1" presId="urn:microsoft.com/office/officeart/2005/8/layout/hierarchy2"/>
    <dgm:cxn modelId="{7C9290C0-CCA0-432E-9B9B-A3F7C17069CD}" type="presParOf" srcId="{4925E953-147A-4210-9A9C-63730A307231}" destId="{3D382021-A429-4403-82FF-5A95DD3EBB20}" srcOrd="0" destOrd="3" presId="urn:microsoft.com/office/officeart/2005/8/layout/hierarchy2"/>
    <dgm:cxn modelId="{C7597758-3F50-4BA6-A77F-052F24DCEE11}" type="presOf" srcId="{4E4A1E17-A3EC-4A54-9171-277E11A0B287}" destId="{3D382021-A429-4403-82FF-5A95DD3EBB20}" srcOrd="0" destOrd="0" presId="urn:microsoft.com/office/officeart/2005/8/layout/hierarchy2"/>
    <dgm:cxn modelId="{2BCC29A9-9389-431A-A159-BE0ED4C4C2DB}" type="presParOf" srcId="{4925E953-147A-4210-9A9C-63730A307231}" destId="{6D231649-1A42-47D5-A289-01058E6A05B6}" srcOrd="1" destOrd="3" presId="urn:microsoft.com/office/officeart/2005/8/layout/hierarchy2"/>
    <dgm:cxn modelId="{8B26C25A-141A-4CBB-8613-6717CB496463}" type="presParOf" srcId="{44F25638-8073-4DA7-9390-5AC06A304565}" destId="{B616E672-6244-4419-9F42-40A083BE2892}" srcOrd="4" destOrd="1" presId="urn:microsoft.com/office/officeart/2005/8/layout/hierarchy2"/>
    <dgm:cxn modelId="{2FD6F26D-E6F4-4F4A-88E4-FF98A7A46091}" type="presOf" srcId="{8BAA7A50-580C-40EE-8CEC-D1A5CB35BDF9}" destId="{B616E672-6244-4419-9F42-40A083BE2892}" srcOrd="0" destOrd="0" presId="urn:microsoft.com/office/officeart/2005/8/layout/hierarchy2"/>
    <dgm:cxn modelId="{DFA50035-9570-43B8-A3FE-ED9DF963BB92}" type="presParOf" srcId="{B616E672-6244-4419-9F42-40A083BE2892}" destId="{9DD3D98B-DAE8-4440-A2C7-1E3F0F00B3F4}" srcOrd="0" destOrd="4" presId="urn:microsoft.com/office/officeart/2005/8/layout/hierarchy2"/>
    <dgm:cxn modelId="{AB448C09-A488-4290-82E6-551E9AAA8AE0}" type="presOf" srcId="{8BAA7A50-580C-40EE-8CEC-D1A5CB35BDF9}" destId="{9DD3D98B-DAE8-4440-A2C7-1E3F0F00B3F4}" srcOrd="1" destOrd="0" presId="urn:microsoft.com/office/officeart/2005/8/layout/hierarchy2"/>
    <dgm:cxn modelId="{37D67DE6-330F-465C-A94E-5CE9ED1F2D68}" type="presParOf" srcId="{44F25638-8073-4DA7-9390-5AC06A304565}" destId="{609F3CFE-DF97-457D-8669-E192A9A0EB5E}" srcOrd="5" destOrd="1" presId="urn:microsoft.com/office/officeart/2005/8/layout/hierarchy2"/>
    <dgm:cxn modelId="{BBA61640-CAF2-4156-81B0-BA04D4EC0698}" type="presParOf" srcId="{609F3CFE-DF97-457D-8669-E192A9A0EB5E}" destId="{0345EE78-0C42-4309-9345-CA4A5856319A}" srcOrd="0" destOrd="5" presId="urn:microsoft.com/office/officeart/2005/8/layout/hierarchy2"/>
    <dgm:cxn modelId="{9B091E66-0820-4058-BD50-C0F8D7CC08C8}" type="presOf" srcId="{C136B3B5-54D9-439F-9921-90C81742E7AD}" destId="{0345EE78-0C42-4309-9345-CA4A5856319A}" srcOrd="0" destOrd="0" presId="urn:microsoft.com/office/officeart/2005/8/layout/hierarchy2"/>
    <dgm:cxn modelId="{589F8919-DE58-41E8-AC96-E1D0184C9860}" type="presParOf" srcId="{609F3CFE-DF97-457D-8669-E192A9A0EB5E}" destId="{E571BA4A-DDCB-410D-8859-44FF50D3A4F9}" srcOrd="1" destOrd="5" presId="urn:microsoft.com/office/officeart/2005/8/layout/hierarchy2"/>
    <dgm:cxn modelId="{BBBB2CFB-A111-4131-BAA7-86C47EEE2273}" type="presParOf" srcId="{44F25638-8073-4DA7-9390-5AC06A304565}" destId="{B2D3155B-8EA0-4D34-A087-4EBE66CF0987}" srcOrd="6" destOrd="1" presId="urn:microsoft.com/office/officeart/2005/8/layout/hierarchy2"/>
    <dgm:cxn modelId="{3B9713F1-E926-49D9-9EC7-F761C1FB48FD}" type="presOf" srcId="{98A34162-CF48-42D4-8E41-DB3433DED5F4}" destId="{B2D3155B-8EA0-4D34-A087-4EBE66CF0987}" srcOrd="0" destOrd="0" presId="urn:microsoft.com/office/officeart/2005/8/layout/hierarchy2"/>
    <dgm:cxn modelId="{1CC52C2B-2051-4691-A9C0-65FEF5C2E5FF}" type="presParOf" srcId="{B2D3155B-8EA0-4D34-A087-4EBE66CF0987}" destId="{4B171F44-14B6-4433-AD01-8EC9AF8EE9A4}" srcOrd="0" destOrd="6" presId="urn:microsoft.com/office/officeart/2005/8/layout/hierarchy2"/>
    <dgm:cxn modelId="{4F65FCBA-0E77-4135-9FFD-F650C9216E6B}" type="presOf" srcId="{98A34162-CF48-42D4-8E41-DB3433DED5F4}" destId="{4B171F44-14B6-4433-AD01-8EC9AF8EE9A4}" srcOrd="1" destOrd="0" presId="urn:microsoft.com/office/officeart/2005/8/layout/hierarchy2"/>
    <dgm:cxn modelId="{A0D84D24-9F49-4833-A4BA-8749EB4032C5}" type="presParOf" srcId="{44F25638-8073-4DA7-9390-5AC06A304565}" destId="{AB7355D3-8719-4052-B51A-D708467BD943}" srcOrd="7" destOrd="1" presId="urn:microsoft.com/office/officeart/2005/8/layout/hierarchy2"/>
    <dgm:cxn modelId="{150F2969-92F9-4F6C-AD16-14C3005CD796}" type="presParOf" srcId="{AB7355D3-8719-4052-B51A-D708467BD943}" destId="{ECC5BCB5-EA76-46E1-B1CC-F6ADA42BBB32}" srcOrd="0" destOrd="7" presId="urn:microsoft.com/office/officeart/2005/8/layout/hierarchy2"/>
    <dgm:cxn modelId="{DFBE9981-A9DE-4F70-8A09-3ADA6C2954FB}" type="presOf" srcId="{54BD9685-D119-413C-82E6-5CCF6366DFDE}" destId="{ECC5BCB5-EA76-46E1-B1CC-F6ADA42BBB32}" srcOrd="0" destOrd="0" presId="urn:microsoft.com/office/officeart/2005/8/layout/hierarchy2"/>
    <dgm:cxn modelId="{3FE6F725-D9FE-410B-8ED2-0F89447427E9}" type="presParOf" srcId="{AB7355D3-8719-4052-B51A-D708467BD943}" destId="{5F36BC2B-CCFE-4F46-BDD8-35DC1BA080AB}" srcOrd="1" destOrd="7" presId="urn:microsoft.com/office/officeart/2005/8/layout/hierarchy2"/>
    <dgm:cxn modelId="{D1612B1C-5A20-4598-8450-AFBAEEBD851F}" type="presParOf" srcId="{44F25638-8073-4DA7-9390-5AC06A304565}" destId="{1DB743B0-DD85-4446-B01F-D58979D463F8}" srcOrd="8" destOrd="1" presId="urn:microsoft.com/office/officeart/2005/8/layout/hierarchy2"/>
    <dgm:cxn modelId="{29FAC033-EC78-45EA-90D6-156AC3EF65F7}" type="presOf" srcId="{9F750CF4-78F8-4C35-A7F0-DB7A20FDFBAD}" destId="{1DB743B0-DD85-4446-B01F-D58979D463F8}" srcOrd="0" destOrd="0" presId="urn:microsoft.com/office/officeart/2005/8/layout/hierarchy2"/>
    <dgm:cxn modelId="{35B64C19-14E6-4AE8-93D7-1855DED9348F}" type="presParOf" srcId="{1DB743B0-DD85-4446-B01F-D58979D463F8}" destId="{A7289013-B257-46F4-AC5C-18E8F296748D}" srcOrd="0" destOrd="8" presId="urn:microsoft.com/office/officeart/2005/8/layout/hierarchy2"/>
    <dgm:cxn modelId="{7C47BD57-3A89-44BF-897E-678656FBEFAA}" type="presOf" srcId="{9F750CF4-78F8-4C35-A7F0-DB7A20FDFBAD}" destId="{A7289013-B257-46F4-AC5C-18E8F296748D}" srcOrd="1" destOrd="0" presId="urn:microsoft.com/office/officeart/2005/8/layout/hierarchy2"/>
    <dgm:cxn modelId="{C3672673-F6F6-4ADA-BBD1-9DA054B1CFC5}" type="presParOf" srcId="{44F25638-8073-4DA7-9390-5AC06A304565}" destId="{042755DE-F4D0-4FE9-B48D-8B35AC667204}" srcOrd="9" destOrd="1" presId="urn:microsoft.com/office/officeart/2005/8/layout/hierarchy2"/>
    <dgm:cxn modelId="{C8DBBB60-A24F-4A99-82D7-B158EABCC33B}" type="presParOf" srcId="{042755DE-F4D0-4FE9-B48D-8B35AC667204}" destId="{CEF6146F-18C4-4DC9-ACEC-1707C78C076A}" srcOrd="0" destOrd="9" presId="urn:microsoft.com/office/officeart/2005/8/layout/hierarchy2"/>
    <dgm:cxn modelId="{B6941B38-A655-40F5-A5F2-F01A4DE61CAF}" type="presOf" srcId="{2FC4BD95-5AF9-428C-9875-48074C9C0E57}" destId="{CEF6146F-18C4-4DC9-ACEC-1707C78C076A}" srcOrd="0" destOrd="0" presId="urn:microsoft.com/office/officeart/2005/8/layout/hierarchy2"/>
    <dgm:cxn modelId="{9942FB22-2087-47DE-8EA8-67CDCAB5A732}" type="presParOf" srcId="{042755DE-F4D0-4FE9-B48D-8B35AC667204}" destId="{4189FF99-48E8-4E61-9F70-09FC67AF5069}" srcOrd="1" destOrd="9" presId="urn:microsoft.com/office/officeart/2005/8/layout/hierarchy2"/>
    <dgm:cxn modelId="{BC63F061-5CA0-4932-B20D-6D8C9E9DEE3B}" type="presParOf" srcId="{44F25638-8073-4DA7-9390-5AC06A304565}" destId="{928F94F7-B19D-4F9B-AB8E-9846A7974532}" srcOrd="10" destOrd="1" presId="urn:microsoft.com/office/officeart/2005/8/layout/hierarchy2"/>
    <dgm:cxn modelId="{DDF32C60-C1B6-4CFE-BA1C-9C2B287D230D}" type="presOf" srcId="{3BB98215-B825-4B3D-ACA7-EF1897E8D3DB}" destId="{928F94F7-B19D-4F9B-AB8E-9846A7974532}" srcOrd="0" destOrd="0" presId="urn:microsoft.com/office/officeart/2005/8/layout/hierarchy2"/>
    <dgm:cxn modelId="{FAF53B96-E42E-4216-AEC2-2B6076E54BC2}" type="presParOf" srcId="{928F94F7-B19D-4F9B-AB8E-9846A7974532}" destId="{A8E7BF79-EF61-4708-9444-7CEDB1388D7B}" srcOrd="0" destOrd="10" presId="urn:microsoft.com/office/officeart/2005/8/layout/hierarchy2"/>
    <dgm:cxn modelId="{FC22793D-C26D-4134-8DDF-CC5F0E64132F}" type="presOf" srcId="{3BB98215-B825-4B3D-ACA7-EF1897E8D3DB}" destId="{A8E7BF79-EF61-4708-9444-7CEDB1388D7B}" srcOrd="1" destOrd="0" presId="urn:microsoft.com/office/officeart/2005/8/layout/hierarchy2"/>
    <dgm:cxn modelId="{B6D83F48-7962-4FDD-976A-6E3752B91902}" type="presParOf" srcId="{44F25638-8073-4DA7-9390-5AC06A304565}" destId="{6B2BF1DA-F136-4862-962E-E36804D781AE}" srcOrd="11" destOrd="1" presId="urn:microsoft.com/office/officeart/2005/8/layout/hierarchy2"/>
    <dgm:cxn modelId="{300BEFAF-B299-4A4E-BA14-4B3E4E967774}" type="presParOf" srcId="{6B2BF1DA-F136-4862-962E-E36804D781AE}" destId="{6FCA4F3F-347D-4EE4-AD74-CDCEB510BCD9}" srcOrd="0" destOrd="11" presId="urn:microsoft.com/office/officeart/2005/8/layout/hierarchy2"/>
    <dgm:cxn modelId="{1CB9C32D-6D5C-49E7-B404-E6D35954F90E}" type="presOf" srcId="{66A6E2FD-C558-45CF-B8CF-134C5CF0EA99}" destId="{6FCA4F3F-347D-4EE4-AD74-CDCEB510BCD9}" srcOrd="0" destOrd="0" presId="urn:microsoft.com/office/officeart/2005/8/layout/hierarchy2"/>
    <dgm:cxn modelId="{1267E9D2-E09C-45F4-81F1-0BF2D43C3E43}" type="presParOf" srcId="{6B2BF1DA-F136-4862-962E-E36804D781AE}" destId="{A73232E5-384D-4FEC-BD4F-42E53B94EBEC}" srcOrd="1" destOrd="11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组合 1"/>
      <dsp:cNvGrpSpPr/>
    </dsp:nvGrpSpPr>
    <dsp:grpSpPr>
      <a:xfrm>
        <a:off x="0" y="0"/>
        <a:ext cx="3860800" cy="4735830"/>
        <a:chOff x="0" y="0"/>
        <a:chExt cx="3860800" cy="4735830"/>
      </a:xfrm>
    </dsp:grpSpPr>
    <dsp:sp modelId="{24E3F4AB-32FB-4CE0-9DAC-FC4DD26B5900}">
      <dsp:nvSpPr>
        <dsp:cNvPr id="3" name="圆角矩形 2"/>
        <dsp:cNvSpPr/>
      </dsp:nvSpPr>
      <dsp:spPr bwMode="white">
        <a:xfrm>
          <a:off x="246549" y="2017113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80000"/>
            <a:hueOff val="0"/>
            <a:satOff val="0"/>
            <a:lumOff val="0"/>
            <a:alpha val="80000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 altLang="en-US"/>
            <a:t>数字建模</a:t>
          </a:r>
          <a:endParaRPr lang="zh-CN" altLang="en-US"/>
        </a:p>
      </dsp:txBody>
      <dsp:txXfrm>
        <a:off x="246549" y="2017113"/>
        <a:ext cx="1403209" cy="701604"/>
      </dsp:txXfrm>
    </dsp:sp>
    <dsp:sp modelId="{B47BD6C9-6D53-4A69-975F-9CF96E25F10F}">
      <dsp:nvSpPr>
        <dsp:cNvPr id="4" name="任意多边形 3"/>
        <dsp:cNvSpPr/>
      </dsp:nvSpPr>
      <dsp:spPr bwMode="white">
        <a:xfrm>
          <a:off x="883521" y="1346025"/>
          <a:ext cx="2093745" cy="26667"/>
        </a:xfrm>
        <a:custGeom>
          <a:avLst/>
          <a:gdLst/>
          <a:ahLst/>
          <a:cxnLst/>
          <a:pathLst>
            <a:path w="3297" h="42">
              <a:moveTo>
                <a:pt x="1207" y="1609"/>
              </a:moveTo>
              <a:lnTo>
                <a:pt x="2091" y="-1567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883521" y="1346025"/>
        <a:ext cx="2093745" cy="26667"/>
      </dsp:txXfrm>
    </dsp:sp>
    <dsp:sp modelId="{3C0D5057-54F2-42F8-ADAD-AA27A1CC1A1B}">
      <dsp:nvSpPr>
        <dsp:cNvPr id="5" name="圆角矩形 4"/>
        <dsp:cNvSpPr/>
      </dsp:nvSpPr>
      <dsp:spPr bwMode="white">
        <a:xfrm>
          <a:off x="2211028" y="0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EDF</a:t>
          </a:r>
          <a:endParaRPr lang="en-US" altLang="zh-CN"/>
        </a:p>
      </dsp:txBody>
      <dsp:txXfrm>
        <a:off x="2211028" y="0"/>
        <a:ext cx="1403209" cy="701604"/>
      </dsp:txXfrm>
    </dsp:sp>
    <dsp:sp modelId="{2E81B90F-7494-41FF-808F-F7F82B993B40}">
      <dsp:nvSpPr>
        <dsp:cNvPr id="10" name="任意多边形 9"/>
        <dsp:cNvSpPr/>
      </dsp:nvSpPr>
      <dsp:spPr bwMode="white">
        <a:xfrm>
          <a:off x="1268861" y="1754184"/>
          <a:ext cx="1327288" cy="26667"/>
        </a:xfrm>
        <a:custGeom>
          <a:avLst/>
          <a:gdLst/>
          <a:ahLst/>
          <a:cxnLst/>
          <a:pathLst>
            <a:path w="2090" h="42">
              <a:moveTo>
                <a:pt x="600" y="967"/>
              </a:moveTo>
              <a:lnTo>
                <a:pt x="1490" y="-925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zh-CN" altLang="en-US"/>
        </a:p>
      </dsp:txBody>
      <dsp:txXfrm>
        <a:off x="1268861" y="1754184"/>
        <a:ext cx="1327288" cy="26667"/>
      </dsp:txXfrm>
    </dsp:sp>
    <dsp:sp modelId="{3D382021-A429-4403-82FF-5A95DD3EBB20}">
      <dsp:nvSpPr>
        <dsp:cNvPr id="11" name="圆角矩形 10"/>
        <dsp:cNvSpPr/>
      </dsp:nvSpPr>
      <dsp:spPr bwMode="white">
        <a:xfrm>
          <a:off x="2215251" y="816317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OC</a:t>
          </a:r>
          <a:endParaRPr lang="en-US" altLang="zh-CN"/>
        </a:p>
      </dsp:txBody>
      <dsp:txXfrm>
        <a:off x="2215251" y="816317"/>
        <a:ext cx="1403209" cy="701604"/>
      </dsp:txXfrm>
    </dsp:sp>
    <dsp:sp modelId="{B616E672-6244-4419-9F42-40A083BE2892}">
      <dsp:nvSpPr>
        <dsp:cNvPr id="15" name="任意多边形 14"/>
        <dsp:cNvSpPr/>
      </dsp:nvSpPr>
      <dsp:spPr bwMode="white">
        <a:xfrm>
          <a:off x="1585162" y="2152835"/>
          <a:ext cx="694686" cy="26667"/>
        </a:xfrm>
        <a:custGeom>
          <a:avLst/>
          <a:gdLst/>
          <a:ahLst/>
          <a:cxnLst/>
          <a:pathLst>
            <a:path w="1094" h="42">
              <a:moveTo>
                <a:pt x="102" y="339"/>
              </a:moveTo>
              <a:lnTo>
                <a:pt x="992" y="-297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</a:p>
      </dsp:txBody>
      <dsp:txXfrm>
        <a:off x="1585162" y="2152835"/>
        <a:ext cx="694686" cy="26667"/>
      </dsp:txXfrm>
    </dsp:sp>
    <dsp:sp modelId="{0345EE78-0C42-4309-9345-CA4A5856319A}">
      <dsp:nvSpPr>
        <dsp:cNvPr id="16" name="圆角矩形 15"/>
        <dsp:cNvSpPr/>
      </dsp:nvSpPr>
      <dsp:spPr bwMode="white">
        <a:xfrm>
          <a:off x="2215251" y="1613620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EPC</a:t>
          </a:r>
          <a:endParaRPr altLang="en-US"/>
        </a:p>
      </dsp:txBody>
      <dsp:txXfrm>
        <a:off x="2215251" y="1613620"/>
        <a:ext cx="1403209" cy="701604"/>
      </dsp:txXfrm>
    </dsp:sp>
    <dsp:sp modelId="{B2D3155B-8EA0-4D34-A087-4EBE66CF0987}">
      <dsp:nvSpPr>
        <dsp:cNvPr id="17" name="任意多边形 16"/>
        <dsp:cNvSpPr/>
      </dsp:nvSpPr>
      <dsp:spPr bwMode="white">
        <a:xfrm>
          <a:off x="1584789" y="2556293"/>
          <a:ext cx="691223" cy="26667"/>
        </a:xfrm>
        <a:custGeom>
          <a:avLst/>
          <a:gdLst/>
          <a:ahLst/>
          <a:cxnLst/>
          <a:pathLst>
            <a:path w="1089" h="42">
              <a:moveTo>
                <a:pt x="102" y="-297"/>
              </a:moveTo>
              <a:lnTo>
                <a:pt x="986" y="339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</a:p>
      </dsp:txBody>
      <dsp:txXfrm>
        <a:off x="1584789" y="2556293"/>
        <a:ext cx="691223" cy="26667"/>
      </dsp:txXfrm>
    </dsp:sp>
    <dsp:sp modelId="{ECC5BCB5-EA76-46E1-B1CC-F6ADA42BBB32}">
      <dsp:nvSpPr>
        <dsp:cNvPr id="18" name="圆角矩形 17"/>
        <dsp:cNvSpPr/>
      </dsp:nvSpPr>
      <dsp:spPr bwMode="white">
        <a:xfrm>
          <a:off x="2211042" y="2420535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PD-ISO</a:t>
          </a:r>
          <a:endParaRPr altLang="en-US"/>
        </a:p>
      </dsp:txBody>
      <dsp:txXfrm>
        <a:off x="2211042" y="2420535"/>
        <a:ext cx="1403209" cy="701604"/>
      </dsp:txXfrm>
    </dsp:sp>
    <dsp:sp modelId="{1DB743B0-DD85-4446-B01F-D58979D463F8}">
      <dsp:nvSpPr>
        <dsp:cNvPr id="20" name="任意多边形 19"/>
        <dsp:cNvSpPr/>
      </dsp:nvSpPr>
      <dsp:spPr bwMode="white">
        <a:xfrm>
          <a:off x="1263357" y="2959716"/>
          <a:ext cx="1334087" cy="26667"/>
        </a:xfrm>
        <a:custGeom>
          <a:avLst/>
          <a:gdLst/>
          <a:ahLst/>
          <a:cxnLst/>
          <a:pathLst>
            <a:path w="2101" h="42">
              <a:moveTo>
                <a:pt x="609" y="-932"/>
              </a:moveTo>
              <a:lnTo>
                <a:pt x="1492" y="974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</a:p>
      </dsp:txBody>
      <dsp:txXfrm>
        <a:off x="1263357" y="2959716"/>
        <a:ext cx="1334087" cy="26667"/>
      </dsp:txXfrm>
    </dsp:sp>
    <dsp:sp modelId="{CEF6146F-18C4-4DC9-ACEC-1707C78C076A}">
      <dsp:nvSpPr>
        <dsp:cNvPr id="21" name="圆角矩形 20"/>
        <dsp:cNvSpPr/>
      </dsp:nvSpPr>
      <dsp:spPr bwMode="white">
        <a:xfrm>
          <a:off x="2211042" y="3227380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/>
            <a:t>SMF</a:t>
          </a:r>
          <a:endParaRPr altLang="en-US"/>
        </a:p>
      </dsp:txBody>
      <dsp:txXfrm>
        <a:off x="2211042" y="3227380"/>
        <a:ext cx="1403209" cy="701604"/>
      </dsp:txXfrm>
    </dsp:sp>
    <dsp:sp modelId="{928F94F7-B19D-4F9B-AB8E-9846A7974532}">
      <dsp:nvSpPr>
        <dsp:cNvPr id="23" name="任意多边形 22"/>
        <dsp:cNvSpPr/>
      </dsp:nvSpPr>
      <dsp:spPr bwMode="white">
        <a:xfrm>
          <a:off x="883526" y="3363138"/>
          <a:ext cx="2093749" cy="26667"/>
        </a:xfrm>
        <a:custGeom>
          <a:avLst/>
          <a:gdLst/>
          <a:ahLst/>
          <a:cxnLst/>
          <a:pathLst>
            <a:path w="3297" h="42">
              <a:moveTo>
                <a:pt x="1207" y="-1567"/>
              </a:moveTo>
              <a:lnTo>
                <a:pt x="2091" y="1609"/>
              </a:lnTo>
            </a:path>
          </a:pathLst>
        </a:custGeom>
      </dsp:spPr>
      <dsp:style>
        <a:lnRef idx="2">
          <a:schemeClr val="accent1">
            <a:tint val="90000"/>
          </a:schemeClr>
        </a:lnRef>
        <a:fillRef idx="0">
          <a:schemeClr val="accent1">
            <a:tint val="90000"/>
          </a:schemeClr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00"/>
          </a:lvl1pPr>
          <a:lvl2pPr marL="57150" indent="-57150" algn="ctr">
            <a:defRPr sz="400"/>
          </a:lvl2pPr>
          <a:lvl3pPr marL="114300" indent="-57150" algn="ctr">
            <a:defRPr sz="400"/>
          </a:lvl3pPr>
          <a:lvl4pPr marL="171450" indent="-57150" algn="ctr">
            <a:defRPr sz="400"/>
          </a:lvl4pPr>
          <a:lvl5pPr marL="228600" indent="-57150" algn="ctr">
            <a:defRPr sz="400"/>
          </a:lvl5pPr>
          <a:lvl6pPr marL="285750" indent="-57150" algn="ctr">
            <a:defRPr sz="400"/>
          </a:lvl6pPr>
          <a:lvl7pPr marL="342900" indent="-57150" algn="ctr">
            <a:defRPr sz="400"/>
          </a:lvl7pPr>
          <a:lvl8pPr marL="400050" indent="-57150" algn="ctr">
            <a:defRPr sz="400"/>
          </a:lvl8pPr>
          <a:lvl9pPr marL="457200" indent="-57150" algn="ctr">
            <a:defRPr sz="4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</a:p>
      </dsp:txBody>
      <dsp:txXfrm>
        <a:off x="883526" y="3363138"/>
        <a:ext cx="2093749" cy="26667"/>
      </dsp:txXfrm>
    </dsp:sp>
    <dsp:sp modelId="{6FCA4F3F-347D-4EE4-AD74-CDCEB510BCD9}">
      <dsp:nvSpPr>
        <dsp:cNvPr id="24" name="圆角矩形 23"/>
        <dsp:cNvSpPr/>
      </dsp:nvSpPr>
      <dsp:spPr bwMode="white">
        <a:xfrm>
          <a:off x="2211042" y="4034226"/>
          <a:ext cx="1403209" cy="701604"/>
        </a:xfrm>
        <a:prstGeom prst="roundRect">
          <a:avLst>
            <a:gd name="adj" fmla="val 10000"/>
          </a:avLst>
        </a:prstGeom>
      </dsp:spPr>
      <dsp:style>
        <a:lnRef idx="3">
          <a:schemeClr val="lt1"/>
        </a:lnRef>
        <a:fillRef idx="1">
          <a:schemeClr val="accent1">
            <a:alpha val="70000"/>
            <a:hueOff val="0"/>
            <a:satOff val="0"/>
            <a:lumOff val="0"/>
            <a:alpha val="70196"/>
          </a:schemeClr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13335" tIns="13335" rIns="13335" bIns="13335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zh-CN">
              <a:ea typeface="宋体" charset="0"/>
            </a:rPr>
            <a:t>光电转换器</a:t>
          </a:r>
          <a:endParaRPr lang="zh-CN">
            <a:ea typeface="宋体" charset="0"/>
          </a:endParaRPr>
        </a:p>
      </dsp:txBody>
      <dsp:txXfrm>
        <a:off x="2211042" y="4034226"/>
        <a:ext cx="1403209" cy="7016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endSty" val="noArr"/>
                        <dgm:param type="begPts" val="midR"/>
                        <dgm:param type="endPts" val="midL"/>
                      </dgm:alg>
                    </dgm:if>
                    <dgm:else name="Name14">
                      <dgm:alg type="conn">
                        <dgm:param type="dim" val="1D"/>
                        <dgm:param type="endSty" val="noArr"/>
                        <dgm:param type="begPts" val="midL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621928" name="頁首預留位置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988659324" name="日期預留位置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</a:fld>
            <a:endParaRPr lang="zh-CN"/>
          </a:p>
        </p:txBody>
      </p:sp>
      <p:sp>
        <p:nvSpPr>
          <p:cNvPr id="131669479" name="投影片影像預留位置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33940061" name="備忘稿預留位置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080669377" name="頁尾預留位置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103087828" name="投影片編號預留位置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zh-CN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390416" name="投影片影像預留位置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12973922" name="備忘稿預留位置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>
              <a:latin typeface="Arial" panose="020B0604020202020204"/>
              <a:cs typeface="Arial" panose="020B0604020202020204"/>
            </a:endParaRPr>
          </a:p>
        </p:txBody>
      </p:sp>
      <p:sp>
        <p:nvSpPr>
          <p:cNvPr id="1682118292" name="投影片編號預留位置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zh-CN"/>
            </a:fld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642F09-B88D-E605-A165-4599EB7BEE43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1B94D0-7CBB-DDAB-6FF1-E43CC9E3530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PhAnim="0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765561" name="标题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99184743" name="副标题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zh-CN"/>
              <a:t>单击此处编辑母版副标题样式</a:t>
            </a:r>
            <a:endParaRPr lang="zh-CN"/>
          </a:p>
        </p:txBody>
      </p:sp>
      <p:sp>
        <p:nvSpPr>
          <p:cNvPr id="648774022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815373382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82444621" name="灯片编号占位符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PhAnim="0" userDrawn="1">
  <p:cSld name="标题和内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035921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388610265" name="内容占位符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149246803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467627411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344142325" name="灯片编号占位符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PhAnim="0" userDrawn="1">
  <p:cSld name="节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771563" name="标题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81209226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</p:txBody>
      </p:sp>
      <p:sp>
        <p:nvSpPr>
          <p:cNvPr id="274314693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223074936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6704989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showMasterPhAnim="0" userDrawn="1">
  <p:cSld name="两栏内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765612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26077896" name="内容占位符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2019508448" name="内容占位符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795932076" name="日期占位符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635488311" name="页脚占位符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805287658" name="灯片编号占位符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showMasterPhAnim="0" userDrawn="1">
  <p:cSld name="比较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717683" name="标题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139972836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</p:txBody>
      </p:sp>
      <p:sp>
        <p:nvSpPr>
          <p:cNvPr id="68736003" name="内容占位符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835048966" name="文本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</p:txBody>
      </p:sp>
      <p:sp>
        <p:nvSpPr>
          <p:cNvPr id="1233200212" name="内容占位符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380893917" name="日期占位符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973784683" name="页脚占位符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950114692" name="灯片编号占位符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showMasterPhAnim="0" userDrawn="1">
  <p:cSld name="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77991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202514381" name="日期占位符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765614032" name="页脚占位符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394712511" name="灯片编号占位符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PhAnim="0" userDrawn="1">
  <p:cSld name="空白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5398461" name="日期占位符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211683283" name="页脚占位符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088286494" name="灯片编号占位符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PhAnim="0" userDrawn="1">
  <p:cSld name="内容与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85719" name="标题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136424946" name="内容占位符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818675885" name="文本占位符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</p:txBody>
      </p:sp>
      <p:sp>
        <p:nvSpPr>
          <p:cNvPr id="296353765" name="日期占位符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960192238" name="页脚占位符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746533822" name="灯片编号占位符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PhAnim="0" userDrawn="1">
  <p:cSld name="图片与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95226" name="标题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320095808" name="图片占位符 2"/>
          <p:cNvSpPr>
            <a:spLocks noGrp="1" noChangeAspect="1"/>
          </p:cNvSpPr>
          <p:nvPr>
            <p:ph type="pic" idx="1" hasCustomPrompt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zh-CN"/>
              <a:t>點擊圖示以新增圖片</a:t>
            </a:r>
            <a:endParaRPr lang="zh-CN"/>
          </a:p>
        </p:txBody>
      </p:sp>
      <p:sp>
        <p:nvSpPr>
          <p:cNvPr id="2037621913" name="文本占位符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</p:txBody>
      </p:sp>
      <p:sp>
        <p:nvSpPr>
          <p:cNvPr id="1915304009" name="日期占位符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839757619" name="页脚占位符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886326448" name="灯片编号占位符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 showMasterPhAnim="0" userDrawn="1">
  <p:cSld name="标题和竖排文字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4177044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534285172" name="竖排文字占位符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321620861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732678065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910432268" name="灯片编号占位符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PhAnim="0" userDrawn="1">
  <p:cSld name="竖排标题与文本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632323" name="竖排标题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732255596" name="竖排文字占位符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459685767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1656568872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223746972" name="灯片编号占位符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519827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7318410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34824838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fld id="{BCC18F51-09EC-435C-A3BA-64A766E099C0}" type="datetimeFigureOut">
              <a:rPr lang="en-US"/>
            </a:fld>
            <a:endParaRPr lang="zh-CN"/>
          </a:p>
        </p:txBody>
      </p:sp>
      <p:sp>
        <p:nvSpPr>
          <p:cNvPr id="791490796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065493017" name="灯片编号占位符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fld id="{08395586-F03A-48D1-94DF-16B239DF4FB5}" type="slidenum">
              <a:rPr lang="zh-CN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 panose="020B0604020202020204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9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9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3" Type="http://schemas.openxmlformats.org/officeDocument/2006/relationships/diagramQuickStyle" Target="../diagrams/quickStyle1.xml"/><Relationship Id="rId2" Type="http://schemas.openxmlformats.org/officeDocument/2006/relationships/diagramLayout" Target="../diagrams/layout1.xml"/><Relationship Id="rId1" Type="http://schemas.openxmlformats.org/officeDocument/2006/relationships/diagramData" Target="../diagrams/data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424228" name="标题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852090"/>
          </a:xfrm>
        </p:spPr>
        <p:txBody>
          <a:bodyPr/>
          <a:lstStyle/>
          <a:p>
            <a:pPr>
              <a:defRPr/>
            </a:pPr>
            <a:r>
              <a:rPr lang="zh-CN" sz="48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基于反馈的锁模参数自调整系统</a:t>
            </a:r>
            <a:endParaRPr lang="zh-C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496519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为采集数据添加分析系统</a:t>
            </a:r>
          </a:p>
        </p:txBody>
      </p:sp>
      <p:pic>
        <p:nvPicPr>
          <p:cNvPr id="845047322" name="图片 845047321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1031240" y="1431925"/>
            <a:ext cx="9660255" cy="2249170"/>
          </a:xfrm>
          <a:prstGeom prst="rect">
            <a:avLst/>
          </a:prstGeom>
        </p:spPr>
      </p:pic>
      <p:pic>
        <p:nvPicPr>
          <p:cNvPr id="402250906" name="图片 40225090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031240" y="3959860"/>
            <a:ext cx="10003790" cy="23298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167878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 altLang="en-US">
                <a:ea typeface="宋体" charset="0"/>
                <a:sym typeface="+mn-ea"/>
              </a:rPr>
              <a:t>方案选型</a:t>
            </a:r>
            <a:endParaRPr lang="zh-CN" altLang="en-US">
              <a:ea typeface="宋体" charset="0"/>
              <a:sym typeface="+mn-ea"/>
            </a:endParaRPr>
          </a:p>
        </p:txBody>
      </p:sp>
      <p:sp>
        <p:nvSpPr>
          <p:cNvPr id="1966346122" name="内容占位符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342900" indent="-342900">
              <a:buFont typeface="Arial" panose="020B0604020202020204"/>
              <a:buAutoNum type="arabicPeriod"/>
              <a:defRPr/>
            </a:pPr>
            <a:r>
              <a:rPr sz="1400">
                <a:sym typeface="+mn-ea"/>
              </a:rPr>
              <a:t>可控器件：电动PC</a:t>
            </a:r>
            <a:endParaRPr sz="1400">
              <a:sym typeface="+mn-ea"/>
            </a:endParaRPr>
          </a:p>
          <a:p>
            <a:pPr lvl="1">
              <a:defRPr/>
            </a:pPr>
            <a:r>
              <a:rPr sz="1200">
                <a:sym typeface="+mn-ea"/>
              </a:rPr>
              <a:t>固态光纤激光器均可使用电动PC作为偏振调节器件（模块可复用）</a:t>
            </a:r>
            <a:endParaRPr sz="1200">
              <a:sym typeface="+mn-ea"/>
            </a:endParaRPr>
          </a:p>
          <a:p>
            <a:pPr marL="628650" lvl="3" indent="-171450">
              <a:defRPr/>
            </a:pPr>
            <a:r>
              <a:rPr lang="en-US" sz="1200">
                <a:sym typeface="+mn-ea"/>
              </a:rPr>
              <a:t> </a:t>
            </a:r>
            <a:r>
              <a:rPr sz="1200">
                <a:sym typeface="+mn-ea"/>
              </a:rPr>
              <a:t>电动PC可数字化控制，调节分度</a:t>
            </a:r>
            <a:r>
              <a:rPr lang="zh-CN" sz="1200">
                <a:ea typeface="宋体" charset="0"/>
                <a:sym typeface="+mn-ea"/>
              </a:rPr>
              <a:t>值细</a:t>
            </a:r>
            <a:r>
              <a:rPr sz="1200">
                <a:sym typeface="+mn-ea"/>
              </a:rPr>
              <a:t>，调节范围广（多因素影响，单变量控制）</a:t>
            </a:r>
            <a:endParaRPr sz="1200"/>
          </a:p>
          <a:p>
            <a:pPr marL="342900" indent="-342900">
              <a:buFont typeface="Arial" panose="020B0604020202020204"/>
              <a:buAutoNum type="arabicPeriod"/>
              <a:defRPr/>
            </a:pPr>
            <a:r>
              <a:rPr lang="zh-CN" altLang="en-US" sz="1400">
                <a:ea typeface="宋体" charset="0"/>
              </a:rPr>
              <a:t>光路选型：</a:t>
            </a:r>
            <a:r>
              <a:rPr lang="en-US" altLang="zh-CN" sz="1400">
                <a:ea typeface="宋体" charset="0"/>
              </a:rPr>
              <a:t>NPR</a:t>
            </a:r>
            <a:endParaRPr lang="en-US" altLang="zh-CN" sz="1400">
              <a:ea typeface="宋体" charset="0"/>
            </a:endParaRPr>
          </a:p>
          <a:p>
            <a:pPr lvl="1">
              <a:defRPr/>
            </a:pPr>
            <a:r>
              <a:rPr lang="zh-CN" altLang="en-US" sz="1200">
                <a:ea typeface="宋体" charset="0"/>
              </a:rPr>
              <a:t>光路简单，便于调试，师兄有经验（快速验证）</a:t>
            </a:r>
            <a:endParaRPr lang="zh-CN" altLang="en-US" sz="1200">
              <a:ea typeface="宋体" charset="0"/>
            </a:endParaRPr>
          </a:p>
          <a:p>
            <a:pPr marL="342900" indent="-342900">
              <a:buFont typeface="Arial" panose="020B0604020202020204"/>
              <a:buAutoNum type="arabicPeriod"/>
              <a:defRPr/>
            </a:pPr>
            <a:r>
              <a:rPr lang="zh-CN" altLang="en-US" sz="1400">
                <a:ea typeface="宋体" charset="0"/>
                <a:sym typeface="+mn-ea"/>
              </a:rPr>
              <a:t>算法选型</a:t>
            </a:r>
            <a:r>
              <a:rPr sz="1400">
                <a:sym typeface="+mn-ea"/>
              </a:rPr>
              <a:t>：</a:t>
            </a:r>
            <a:r>
              <a:rPr lang="zh-CN" sz="1400">
                <a:ea typeface="宋体" charset="0"/>
                <a:sym typeface="+mn-ea"/>
              </a:rPr>
              <a:t>广度优先搜索（</a:t>
            </a:r>
            <a:r>
              <a:rPr lang="en-US" altLang="zh-CN" sz="1400">
                <a:ea typeface="宋体" charset="0"/>
                <a:sym typeface="+mn-ea"/>
              </a:rPr>
              <a:t>BFS</a:t>
            </a:r>
            <a:r>
              <a:rPr lang="zh-CN" sz="1400">
                <a:ea typeface="宋体" charset="0"/>
                <a:sym typeface="+mn-ea"/>
              </a:rPr>
              <a:t>）</a:t>
            </a:r>
            <a:endParaRPr lang="zh-CN" sz="1400">
              <a:ea typeface="宋体" charset="0"/>
              <a:sym typeface="+mn-ea"/>
            </a:endParaRPr>
          </a:p>
          <a:p>
            <a:pPr lvl="1">
              <a:defRPr/>
            </a:pPr>
            <a:r>
              <a:rPr lang="zh-CN" sz="1200">
                <a:ea typeface="宋体" charset="0"/>
                <a:sym typeface="+mn-ea"/>
              </a:rPr>
              <a:t>通用的无信息搜索算法（实现简单迅速）</a:t>
            </a:r>
            <a:endParaRPr lang="en-US" altLang="zh-CN" sz="690">
              <a:latin typeface="+mj-lt"/>
              <a:ea typeface="宋体" charset="0"/>
              <a:cs typeface="+mj-ea"/>
              <a:sym typeface="+mn-ea"/>
            </a:endParaRPr>
          </a:p>
          <a:p>
            <a:pPr lvl="1" algn="l">
              <a:buClrTx/>
              <a:buSzTx/>
              <a:defRPr/>
            </a:pPr>
            <a:r>
              <a:rPr lang="zh-CN" sz="1200">
                <a:ea typeface="宋体" charset="0"/>
                <a:sym typeface="+mn-ea"/>
              </a:rPr>
              <a:t>完备性（确保能搜完所有的参数空间，不会遗漏）</a:t>
            </a:r>
            <a:endParaRPr lang="zh-CN" sz="1200">
              <a:ea typeface="宋体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规划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>
                <a:ea typeface="宋体" charset="0"/>
              </a:rPr>
              <a:t>方案探索与学习</a:t>
            </a:r>
            <a:r>
              <a:rPr lang="en-US" altLang="zh-CN">
                <a:ea typeface="宋体" charset="0"/>
              </a:rPr>
              <a:t> 	</a:t>
            </a:r>
            <a:r>
              <a:rPr lang="zh-CN" altLang="en-US">
                <a:ea typeface="宋体" charset="0"/>
              </a:rPr>
              <a:t>《《当前</a:t>
            </a:r>
            <a:endParaRPr lang="zh-CN" altLang="en-US">
              <a:ea typeface="宋体" charset="0"/>
            </a:endParaRPr>
          </a:p>
          <a:p>
            <a:endParaRPr lang="zh-CN" altLang="en-US">
              <a:ea typeface="宋体" charset="0"/>
            </a:endParaRPr>
          </a:p>
          <a:p>
            <a:r>
              <a:rPr lang="zh-CN" altLang="en-US">
                <a:ea typeface="宋体" charset="0"/>
              </a:rPr>
              <a:t>算法仿真</a:t>
            </a:r>
            <a:endParaRPr lang="zh-CN" altLang="en-US">
              <a:ea typeface="宋体" charset="0"/>
            </a:endParaRPr>
          </a:p>
          <a:p>
            <a:endParaRPr lang="zh-CN" altLang="en-US">
              <a:ea typeface="宋体" charset="0"/>
            </a:endParaRPr>
          </a:p>
          <a:p>
            <a:r>
              <a:rPr lang="zh-CN" altLang="en-US">
                <a:ea typeface="宋体" charset="0"/>
              </a:rPr>
              <a:t>光路搭建与算法调试</a:t>
            </a:r>
            <a:endParaRPr lang="zh-CN" altLang="en-US">
              <a:ea typeface="宋体" charset="0"/>
            </a:endParaRPr>
          </a:p>
          <a:p>
            <a:endParaRPr lang="zh-CN" altLang="en-US">
              <a:ea typeface="宋体" charset="0"/>
            </a:endParaRPr>
          </a:p>
          <a:p>
            <a:r>
              <a:rPr lang="zh-CN" altLang="en-US">
                <a:ea typeface="宋体" charset="0"/>
              </a:rPr>
              <a:t>工程优化</a:t>
            </a:r>
            <a:endParaRPr lang="zh-CN" altLang="en-US">
              <a:ea typeface="宋体" charset="0"/>
            </a:endParaRPr>
          </a:p>
          <a:p>
            <a:endParaRPr lang="zh-CN" altLang="en-US">
              <a:ea typeface="宋体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5780" y="457200"/>
            <a:ext cx="3931920" cy="861695"/>
          </a:xfrm>
        </p:spPr>
        <p:txBody>
          <a:bodyPr/>
          <a:p>
            <a:r>
              <a:rPr lang="zh-CN" altLang="en-US"/>
              <a:t>现状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525780" y="1349375"/>
            <a:ext cx="3931920" cy="5035550"/>
          </a:xfrm>
        </p:spPr>
        <p:txBody>
          <a:bodyPr/>
          <a:p>
            <a:r>
              <a:rPr lang="zh-CN" altLang="en-US">
                <a:ea typeface="宋体" charset="0"/>
              </a:rPr>
              <a:t>采用多个单色光波的电场方程叠加模拟产生脉冲</a:t>
            </a:r>
            <a:endParaRPr lang="zh-CN" altLang="en-US">
              <a:ea typeface="宋体" charset="0"/>
            </a:endParaRPr>
          </a:p>
          <a:p>
            <a:r>
              <a:rPr lang="zh-CN" altLang="en-US">
                <a:ea typeface="宋体" charset="0"/>
              </a:rPr>
              <a:t>采用</a:t>
            </a:r>
            <a:r>
              <a:rPr lang="en-US" altLang="zh-CN">
                <a:ea typeface="宋体" charset="0"/>
              </a:rPr>
              <a:t>20</a:t>
            </a:r>
            <a:r>
              <a:rPr lang="zh-CN" altLang="en-US">
                <a:ea typeface="宋体" charset="0"/>
              </a:rPr>
              <a:t>种不同频率的光波进行模拟</a:t>
            </a:r>
            <a:endParaRPr lang="zh-CN" altLang="en-US">
              <a:ea typeface="宋体" charset="0"/>
            </a:endParaRPr>
          </a:p>
          <a:p>
            <a:r>
              <a:rPr lang="en-US" altLang="zh-CN">
                <a:ea typeface="宋体" charset="0"/>
              </a:rPr>
              <a:t>1-6</a:t>
            </a:r>
            <a:r>
              <a:rPr lang="zh-CN" altLang="en-US">
                <a:ea typeface="宋体" charset="0"/>
              </a:rPr>
              <a:t>分别为：</a:t>
            </a:r>
            <a:endParaRPr lang="zh-CN" altLang="en-US">
              <a:ea typeface="宋体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</a:rPr>
              <a:t>初始相位随机，相对相位随时间随机变化，</a:t>
            </a:r>
            <a:r>
              <a:rPr lang="zh-CN" altLang="en-US">
                <a:ea typeface="宋体" charset="0"/>
                <a:sym typeface="+mn-ea"/>
              </a:rPr>
              <a:t>各光波频率为等差数列</a:t>
            </a:r>
            <a:endParaRPr lang="zh-CN" altLang="en-US">
              <a:ea typeface="宋体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</a:rPr>
              <a:t>初始相位均为</a:t>
            </a:r>
            <a:r>
              <a:rPr lang="en-US" altLang="zh-CN">
                <a:ea typeface="宋体" charset="0"/>
              </a:rPr>
              <a:t>0</a:t>
            </a:r>
            <a:r>
              <a:rPr lang="zh-CN" altLang="en-US">
                <a:ea typeface="宋体" charset="0"/>
              </a:rPr>
              <a:t>，各光波频率为等差数列</a:t>
            </a:r>
            <a:endParaRPr lang="zh-CN" altLang="en-US">
              <a:ea typeface="宋体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</a:rPr>
              <a:t>初始相位与频率成线性关系，</a:t>
            </a:r>
            <a:r>
              <a:rPr lang="zh-CN" altLang="en-US">
                <a:ea typeface="宋体" charset="0"/>
                <a:sym typeface="+mn-ea"/>
              </a:rPr>
              <a:t>各光波频率为等差数列</a:t>
            </a: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  <a:sym typeface="+mn-ea"/>
              </a:rPr>
              <a:t>初始相位随机，相对相位恒定，</a:t>
            </a:r>
            <a:r>
              <a:rPr lang="zh-CN" altLang="en-US">
                <a:ea typeface="宋体" charset="0"/>
                <a:sym typeface="+mn-ea"/>
              </a:rPr>
              <a:t>各光波频率为等差数列</a:t>
            </a: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  <a:sym typeface="+mn-ea"/>
              </a:rPr>
              <a:t>初始相位与频率有二次的关系</a:t>
            </a:r>
            <a:r>
              <a:rPr lang="zh-CN" altLang="en-US">
                <a:ea typeface="宋体" charset="0"/>
                <a:sym typeface="+mn-ea"/>
              </a:rPr>
              <a:t>，各光波频率为等差数列</a:t>
            </a: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宋体" charset="0"/>
                <a:sym typeface="+mn-ea"/>
              </a:rPr>
              <a:t>初始相位均为</a:t>
            </a:r>
            <a:r>
              <a:rPr lang="en-US" altLang="zh-CN">
                <a:ea typeface="宋体" charset="0"/>
                <a:sym typeface="+mn-ea"/>
              </a:rPr>
              <a:t>0,</a:t>
            </a:r>
            <a:r>
              <a:rPr lang="zh-CN" altLang="en-US">
                <a:ea typeface="宋体" charset="0"/>
                <a:sym typeface="+mn-ea"/>
              </a:rPr>
              <a:t>各光波的频率随机</a:t>
            </a: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endParaRPr lang="zh-CN" altLang="en-US">
              <a:ea typeface="宋体" charset="0"/>
              <a:sym typeface="+mn-ea"/>
            </a:endParaRPr>
          </a:p>
          <a:p>
            <a:pPr marL="342900" indent="-342900">
              <a:buAutoNum type="arabicPeriod"/>
            </a:pPr>
            <a:endParaRPr lang="zh-CN" altLang="en-US">
              <a:ea typeface="宋体" charset="0"/>
            </a:endParaRPr>
          </a:p>
        </p:txBody>
      </p:sp>
      <p:pic>
        <p:nvPicPr>
          <p:cNvPr id="10" name="图片占位符 9" descr="截图 2026-09-20 00-39-36"/>
          <p:cNvPicPr>
            <a:picLocks noChangeAspect="1"/>
          </p:cNvPicPr>
          <p:nvPr>
            <p:ph type="pic" idx="1"/>
          </p:nvPr>
        </p:nvPicPr>
        <p:blipFill>
          <a:blip r:embed="rId1"/>
          <a:stretch>
            <a:fillRect/>
          </a:stretch>
        </p:blipFill>
        <p:spPr>
          <a:xfrm>
            <a:off x="4509770" y="1646555"/>
            <a:ext cx="7519670" cy="334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5780" y="457200"/>
            <a:ext cx="3108325" cy="438785"/>
          </a:xfrm>
        </p:spPr>
        <p:txBody>
          <a:bodyPr>
            <a:normAutofit fontScale="90000"/>
          </a:bodyPr>
          <a:p>
            <a:r>
              <a:rPr lang="zh-CN" altLang="en-US"/>
              <a:t>现状</a:t>
            </a:r>
            <a:endParaRPr lang="zh-CN" altLang="en-US"/>
          </a:p>
        </p:txBody>
      </p:sp>
      <p:pic>
        <p:nvPicPr>
          <p:cNvPr id="18" name="图片 17" descr="5thz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520" y="1349375"/>
            <a:ext cx="5276850" cy="2145030"/>
          </a:xfrm>
          <a:prstGeom prst="rect">
            <a:avLst/>
          </a:prstGeom>
        </p:spPr>
      </p:pic>
      <p:pic>
        <p:nvPicPr>
          <p:cNvPr id="19" name="图片 18" descr="15th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370" y="1387475"/>
            <a:ext cx="5279390" cy="2146300"/>
          </a:xfrm>
          <a:prstGeom prst="rect">
            <a:avLst/>
          </a:prstGeom>
        </p:spPr>
      </p:pic>
      <p:pic>
        <p:nvPicPr>
          <p:cNvPr id="21" name="图片 20" descr="50thz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10" y="3138170"/>
            <a:ext cx="5471795" cy="2223770"/>
          </a:xfrm>
          <a:prstGeom prst="rect">
            <a:avLst/>
          </a:prstGeom>
        </p:spPr>
      </p:pic>
      <p:pic>
        <p:nvPicPr>
          <p:cNvPr id="22" name="图片 21" descr="100thz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7705" y="3138170"/>
            <a:ext cx="5180965" cy="2105660"/>
          </a:xfrm>
          <a:prstGeom prst="rect">
            <a:avLst/>
          </a:prstGeom>
        </p:spPr>
      </p:pic>
      <p:pic>
        <p:nvPicPr>
          <p:cNvPr id="23" name="图片 22" descr="500thz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910" y="4970145"/>
            <a:ext cx="5601970" cy="2277110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480695" y="857885"/>
            <a:ext cx="102997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宋体" charset="0"/>
              </a:rPr>
              <a:t>采用载波</a:t>
            </a:r>
            <a:r>
              <a:rPr lang="en-US" altLang="zh-CN">
                <a:ea typeface="宋体" charset="0"/>
              </a:rPr>
              <a:t>x</a:t>
            </a:r>
            <a:r>
              <a:rPr lang="zh-CN" altLang="en-US">
                <a:ea typeface="宋体" charset="0"/>
              </a:rPr>
              <a:t>包络表示高斯脉冲，如图分别为</a:t>
            </a:r>
            <a:r>
              <a:rPr lang="en-US" altLang="zh-CN">
                <a:ea typeface="宋体" charset="0"/>
              </a:rPr>
              <a:t>5</a:t>
            </a:r>
            <a:r>
              <a:rPr lang="zh-CN" altLang="en-US">
                <a:ea typeface="宋体" charset="0"/>
              </a:rPr>
              <a:t>、</a:t>
            </a:r>
            <a:r>
              <a:rPr lang="en-US" altLang="zh-CN">
                <a:ea typeface="宋体" charset="0"/>
              </a:rPr>
              <a:t>15</a:t>
            </a:r>
            <a:r>
              <a:rPr lang="zh-CN" altLang="en-US">
                <a:ea typeface="宋体" charset="0"/>
              </a:rPr>
              <a:t>、</a:t>
            </a:r>
            <a:r>
              <a:rPr lang="en-US" altLang="zh-CN">
                <a:ea typeface="宋体" charset="0"/>
              </a:rPr>
              <a:t>50</a:t>
            </a:r>
            <a:r>
              <a:rPr lang="zh-CN" altLang="en-US">
                <a:ea typeface="宋体" charset="0"/>
              </a:rPr>
              <a:t>、</a:t>
            </a:r>
            <a:r>
              <a:rPr lang="en-US" altLang="zh-CN">
                <a:ea typeface="宋体" charset="0"/>
              </a:rPr>
              <a:t>100</a:t>
            </a:r>
            <a:r>
              <a:rPr lang="zh-CN" altLang="en-US">
                <a:ea typeface="宋体" charset="0"/>
              </a:rPr>
              <a:t>、</a:t>
            </a:r>
            <a:r>
              <a:rPr lang="en-US" altLang="zh-CN">
                <a:ea typeface="宋体" charset="0"/>
              </a:rPr>
              <a:t>500THz</a:t>
            </a:r>
            <a:r>
              <a:rPr lang="zh-CN" altLang="en-US">
                <a:ea typeface="宋体" charset="0"/>
              </a:rPr>
              <a:t>的载波与同一个的包络相乘</a:t>
            </a:r>
            <a:endParaRPr lang="en-US" altLang="zh-CN">
              <a:ea typeface="宋体" charset="0"/>
            </a:endParaRPr>
          </a:p>
          <a:p>
            <a:endParaRPr lang="en-US" altLang="zh-CN">
              <a:ea typeface="宋体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 6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困难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项目所需的必要的知识？</a:t>
            </a:r>
            <a:endParaRPr lang="zh-CN" altLang="en-US"/>
          </a:p>
          <a:p>
            <a:r>
              <a:rPr lang="zh-CN" altLang="en-US"/>
              <a:t>算法上如何区分无规律的脉冲和锁模后稳定的脉冲？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2026-10-16</a:t>
            </a:r>
            <a:r>
              <a:rPr lang="zh-CN" altLang="en-US">
                <a:ea typeface="宋体" charset="0"/>
              </a:rPr>
              <a:t>日</a:t>
            </a:r>
            <a:endParaRPr lang="zh-CN" altLang="en-US">
              <a:ea typeface="宋体" charset="0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已经完成：方案选型，确认流程，文献资料查找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正在进行：仿真算法的编写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下一步：完成编写后，调试识别算法和数据采集算法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论文参考及内容概述</a:t>
            </a:r>
            <a:endParaRPr lang="zh-CN" altLang="en-US"/>
          </a:p>
        </p:txBody>
      </p:sp>
      <p:sp>
        <p:nvSpPr>
          <p:cNvPr id="5" name="内容占位符 4"/>
          <p:cNvSpPr/>
          <p:nvPr>
            <p:ph idx="1"/>
          </p:nvPr>
        </p:nvSpPr>
        <p:spPr>
          <a:xfrm>
            <a:off x="838200" y="1506220"/>
            <a:ext cx="5600065" cy="5351780"/>
          </a:xfrm>
        </p:spPr>
        <p:txBody>
          <a:bodyPr>
            <a:normAutofit/>
          </a:bodyPr>
          <a:p>
            <a:r>
              <a:rPr lang="en-US" altLang="zh-CN" sz="1800"/>
              <a:t>Random Search Algorithm-Assisted Automatic Mode-Locked Fiber Lasers</a:t>
            </a:r>
            <a:endParaRPr lang="en-US" altLang="zh-CN" sz="1800"/>
          </a:p>
          <a:p>
            <a:pPr marL="0" indent="0">
              <a:buNone/>
            </a:pPr>
            <a:r>
              <a:rPr lang="zh-CN" sz="1800">
                <a:ea typeface="宋体" charset="0"/>
              </a:rPr>
              <a:t>搭建了一套简化的仿真和反馈系统，随机生成</a:t>
            </a:r>
            <a:r>
              <a:rPr lang="en-US" altLang="zh-CN" sz="1800">
                <a:ea typeface="宋体" charset="0"/>
              </a:rPr>
              <a:t>EPC</a:t>
            </a:r>
            <a:r>
              <a:rPr lang="zh-CN" altLang="en-US" sz="1800">
                <a:ea typeface="宋体" charset="0"/>
              </a:rPr>
              <a:t>的控制值，改变腔内的偏振状态，成功搜索耗散孤子和噪声型脉冲。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连续光：示波器中基本只有背景信号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不规则调制：时域信号混乱，方差较大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耗散孤子：光谱展宽，边缘较陡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噪声型脉冲：光谱更宽，边缘较平滑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局限：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控制参数维数增加时，随机搜索效率迅速下降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目标脉冲越复杂，随机搜索越困难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搜索没有利用参数变化如何影响输出的信息</a:t>
            </a:r>
            <a:endParaRPr lang="zh-CN" altLang="en-US" sz="1800">
              <a:ea typeface="宋体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265" y="899795"/>
            <a:ext cx="5342890" cy="47675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论文参考及内容概述</a:t>
            </a:r>
            <a:endParaRPr lang="zh-CN" altLang="en-US"/>
          </a:p>
        </p:txBody>
      </p:sp>
      <p:sp>
        <p:nvSpPr>
          <p:cNvPr id="5" name="内容占位符 4"/>
          <p:cNvSpPr/>
          <p:nvPr>
            <p:ph idx="1"/>
          </p:nvPr>
        </p:nvSpPr>
        <p:spPr>
          <a:xfrm>
            <a:off x="838200" y="1462405"/>
            <a:ext cx="5600065" cy="4973955"/>
          </a:xfrm>
        </p:spPr>
        <p:txBody>
          <a:bodyPr>
            <a:normAutofit/>
          </a:bodyPr>
          <a:p>
            <a:r>
              <a:rPr lang="en-US" altLang="zh-CN" sz="1800"/>
              <a:t>Automatic mode-locked fiber laser based on adaptive genetic algorithm</a:t>
            </a:r>
            <a:endParaRPr lang="en-US" altLang="zh-CN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将四通道</a:t>
            </a:r>
            <a:r>
              <a:rPr lang="en-US" altLang="zh-CN" sz="1800"/>
              <a:t>EPC</a:t>
            </a:r>
            <a:r>
              <a:rPr lang="zh-CN" altLang="en-US" sz="1800"/>
              <a:t>电压编码为遗传算法的四个基因，并用</a:t>
            </a: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示波器脉冲平均幅度构造适应度</a:t>
            </a:r>
            <a:endParaRPr lang="zh-CN" altLang="en-US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80次实验平均约2代进入展宽脉冲锁模，94%的实验在4代以内完成。</a:t>
            </a:r>
            <a:endParaRPr lang="zh-CN" altLang="en-US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局限：</a:t>
            </a: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高度依赖阈值参数设计，且</a:t>
            </a:r>
            <a:r>
              <a:rPr lang="en-US" altLang="zh-CN" sz="1800"/>
              <a:t>GA</a:t>
            </a:r>
            <a:r>
              <a:rPr lang="zh-CN" altLang="en-US" sz="1800">
                <a:ea typeface="宋体" charset="0"/>
              </a:rPr>
              <a:t>本质依然是在黑箱搜索</a:t>
            </a:r>
            <a:endParaRPr lang="zh-CN" altLang="en-US" sz="1800">
              <a:ea typeface="宋体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7165" y="75565"/>
            <a:ext cx="5567680" cy="368236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165" y="3939540"/>
            <a:ext cx="3514090" cy="29025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295" y="3147060"/>
            <a:ext cx="2303145" cy="10071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论文参考及内容概述</a:t>
            </a:r>
            <a:endParaRPr lang="zh-CN" altLang="en-US"/>
          </a:p>
        </p:txBody>
      </p:sp>
      <p:sp>
        <p:nvSpPr>
          <p:cNvPr id="5" name="内容占位符 4"/>
          <p:cNvSpPr/>
          <p:nvPr>
            <p:ph idx="1"/>
          </p:nvPr>
        </p:nvSpPr>
        <p:spPr>
          <a:xfrm>
            <a:off x="838200" y="1825625"/>
            <a:ext cx="5600065" cy="4351655"/>
          </a:xfrm>
        </p:spPr>
        <p:txBody>
          <a:bodyPr>
            <a:normAutofit/>
          </a:bodyPr>
          <a:p>
            <a:r>
              <a:rPr lang="en-US" altLang="zh-CN" sz="1800"/>
              <a:t>Stability analysis of mode-locked pulses generated by nonlinear</a:t>
            </a:r>
            <a:endParaRPr lang="en-US" altLang="zh-CN" sz="1800"/>
          </a:p>
          <a:p>
            <a:pPr marL="0" indent="0">
              <a:buNone/>
            </a:pPr>
            <a:r>
              <a:rPr lang="zh-CN" altLang="en-US" sz="1800"/>
              <a:t>传统</a:t>
            </a:r>
            <a:r>
              <a:rPr lang="en-US" altLang="zh-CN" sz="1800"/>
              <a:t>NPR</a:t>
            </a:r>
            <a:r>
              <a:rPr lang="zh-CN" altLang="en-US" sz="1800"/>
              <a:t>稳定性分析通常使用理想光纤的</a:t>
            </a:r>
            <a:r>
              <a:rPr lang="en-US" altLang="zh-CN" sz="1800"/>
              <a:t>Kerr</a:t>
            </a:r>
            <a:r>
              <a:rPr lang="zh-CN" altLang="en-US" sz="1800"/>
              <a:t>非线性</a:t>
            </a:r>
            <a:r>
              <a:rPr lang="en-US" altLang="zh-CN" sz="1800"/>
              <a:t>Jones</a:t>
            </a:r>
            <a:r>
              <a:rPr lang="zh-CN" altLang="en-US" sz="1800"/>
              <a:t>矩阵</a:t>
            </a:r>
            <a:r>
              <a:rPr lang="zh-CN" altLang="en-US" sz="1800">
                <a:ea typeface="宋体" charset="0"/>
              </a:rPr>
              <a:t>，但是实际上真实光纤还有弯曲，扭转，安装应力等因素影响双折射。所以建模不精准。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因此作者先用弱功率测得一个真实的</a:t>
            </a:r>
            <a:r>
              <a:rPr lang="en-US" altLang="zh-CN" sz="1800">
                <a:ea typeface="宋体" charset="0"/>
              </a:rPr>
              <a:t>Jones</a:t>
            </a:r>
            <a:r>
              <a:rPr lang="zh-CN" altLang="en-US" sz="1800">
                <a:ea typeface="宋体" charset="0"/>
              </a:rPr>
              <a:t>矩阵，在通过参数预测的方式得到</a:t>
            </a:r>
            <a:r>
              <a:rPr lang="en-US" altLang="zh-CN" sz="1800">
                <a:ea typeface="宋体" charset="0"/>
              </a:rPr>
              <a:t>Kerr</a:t>
            </a:r>
            <a:r>
              <a:rPr lang="zh-CN" altLang="en-US" sz="1800">
                <a:ea typeface="宋体" charset="0"/>
              </a:rPr>
              <a:t>效应矩阵。从而让</a:t>
            </a:r>
            <a:r>
              <a:rPr lang="en-US" altLang="zh-CN" sz="1800">
                <a:ea typeface="宋体" charset="0"/>
              </a:rPr>
              <a:t>SMF</a:t>
            </a:r>
            <a:r>
              <a:rPr lang="zh-CN" altLang="en-US" sz="1800">
                <a:ea typeface="宋体" charset="0"/>
              </a:rPr>
              <a:t>的仿真更加准确。</a:t>
            </a: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endParaRPr lang="zh-CN" altLang="en-US" sz="1800">
              <a:ea typeface="宋体" charset="0"/>
            </a:endParaRPr>
          </a:p>
          <a:p>
            <a:pPr marL="0" indent="0">
              <a:buNone/>
            </a:pPr>
            <a:r>
              <a:rPr lang="zh-CN" altLang="en-US" sz="1800">
                <a:ea typeface="宋体" charset="0"/>
              </a:rPr>
              <a:t>局限：作者不知道线性双折射矩阵和</a:t>
            </a:r>
            <a:r>
              <a:rPr lang="en-US" altLang="zh-CN" sz="1800">
                <a:ea typeface="宋体" charset="0"/>
              </a:rPr>
              <a:t>Kerr</a:t>
            </a:r>
            <a:r>
              <a:rPr lang="zh-CN" altLang="en-US" sz="1800">
                <a:ea typeface="宋体" charset="0"/>
              </a:rPr>
              <a:t>矩阵的乘法顺序，只通过实验选择了一种更加合适的方式。</a:t>
            </a:r>
            <a:endParaRPr lang="zh-CN" altLang="en-US" sz="1800">
              <a:ea typeface="宋体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4145" y="669290"/>
            <a:ext cx="5507355" cy="52044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论文参考及内容概述</a:t>
            </a:r>
            <a:endParaRPr lang="zh-CN" altLang="en-US"/>
          </a:p>
        </p:txBody>
      </p:sp>
      <p:sp>
        <p:nvSpPr>
          <p:cNvPr id="5" name="内容占位符 4"/>
          <p:cNvSpPr/>
          <p:nvPr>
            <p:ph idx="1"/>
          </p:nvPr>
        </p:nvSpPr>
        <p:spPr>
          <a:xfrm>
            <a:off x="838200" y="1825625"/>
            <a:ext cx="5600065" cy="4351655"/>
          </a:xfrm>
        </p:spPr>
        <p:txBody>
          <a:bodyPr>
            <a:normAutofit/>
          </a:bodyPr>
          <a:p>
            <a:r>
              <a:rPr lang="en-US" altLang="zh-CN" sz="1800"/>
              <a:t>On the study of pulse evolution in ultra-short pulse mode-locked fiber lasers by numerical simulations</a:t>
            </a:r>
            <a:endParaRPr lang="en-US" altLang="zh-CN" sz="1800"/>
          </a:p>
          <a:p>
            <a:pPr marL="0" indent="0">
              <a:buNone/>
            </a:pPr>
            <a:r>
              <a:rPr lang="zh-CN" altLang="en-US" sz="1800"/>
              <a:t>将增益光纤、可饱和吸收体、输出耦合器、色散补偿器和 </a:t>
            </a:r>
            <a:r>
              <a:rPr lang="en-US" altLang="zh-CN" sz="1800"/>
              <a:t>SMF </a:t>
            </a:r>
            <a:r>
              <a:rPr lang="zh-CN" altLang="en-US" sz="1800"/>
              <a:t>分别数字建模，使用分步傅里叶法逐圈模拟脉冲演化。</a:t>
            </a:r>
            <a:endParaRPr lang="zh-CN" altLang="en-US" sz="1800"/>
          </a:p>
          <a:p>
            <a:pPr marL="0" indent="0">
              <a:buNone/>
            </a:pPr>
            <a:endParaRPr lang="zh-CN" altLang="en-US" sz="1800"/>
          </a:p>
          <a:p>
            <a:pPr marL="0" indent="0">
              <a:buNone/>
            </a:pPr>
            <a:r>
              <a:rPr lang="zh-CN" altLang="en-US" sz="1800"/>
              <a:t>即使相同的腔参数可能因初始光场不同而收敛到不同的锁模状态。</a:t>
            </a:r>
            <a:endParaRPr lang="zh-CN" altLang="en-US" sz="18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7160" y="1518920"/>
            <a:ext cx="6865620" cy="3745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当前的进度与规划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337560" y="172656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ea typeface="宋体" charset="0"/>
              </a:rPr>
              <a:t>数字建模</a:t>
            </a:r>
            <a:endParaRPr lang="zh-CN" altLang="en-US">
              <a:ea typeface="宋体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37560" y="335597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参数搜索和反馈算法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3337560" y="498538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ym typeface="+mn-ea"/>
              </a:rPr>
              <a:t>传感器数据采集算法</a:t>
            </a:r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6257290" y="498538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调试反馈算法</a:t>
            </a:r>
            <a:endParaRPr lang="zh-CN" altLang="en-US">
              <a:ea typeface="宋体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257290" y="335597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ea typeface="宋体" charset="0"/>
              </a:rPr>
              <a:t>优化反馈算法</a:t>
            </a:r>
            <a:endParaRPr lang="zh-CN" altLang="en-US">
              <a:ea typeface="宋体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257290" y="1726565"/>
            <a:ext cx="1737360" cy="69215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ea typeface="宋体" charset="0"/>
              </a:rPr>
              <a:t>撰写论文</a:t>
            </a:r>
            <a:endParaRPr lang="zh-CN" altLang="en-US">
              <a:ea typeface="宋体" charset="0"/>
            </a:endParaRPr>
          </a:p>
        </p:txBody>
      </p:sp>
      <p:cxnSp>
        <p:nvCxnSpPr>
          <p:cNvPr id="19" name="直接箭头连接符 18"/>
          <p:cNvCxnSpPr>
            <a:stCxn id="12" idx="2"/>
            <a:endCxn id="13" idx="0"/>
          </p:cNvCxnSpPr>
          <p:nvPr/>
        </p:nvCxnSpPr>
        <p:spPr>
          <a:xfrm>
            <a:off x="4206240" y="2418715"/>
            <a:ext cx="0" cy="93726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>
            <a:off x="4206240" y="4048125"/>
            <a:ext cx="0" cy="93726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>
            <a:stCxn id="14" idx="3"/>
            <a:endCxn id="15" idx="1"/>
          </p:cNvCxnSpPr>
          <p:nvPr/>
        </p:nvCxnSpPr>
        <p:spPr>
          <a:xfrm>
            <a:off x="5074920" y="5331460"/>
            <a:ext cx="1182370" cy="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15" idx="0"/>
            <a:endCxn id="17" idx="2"/>
          </p:cNvCxnSpPr>
          <p:nvPr/>
        </p:nvCxnSpPr>
        <p:spPr>
          <a:xfrm flipV="1">
            <a:off x="7125970" y="4048125"/>
            <a:ext cx="0" cy="93726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7125970" y="2418715"/>
            <a:ext cx="0" cy="93726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虚尾箭头 26"/>
          <p:cNvSpPr/>
          <p:nvPr/>
        </p:nvSpPr>
        <p:spPr>
          <a:xfrm>
            <a:off x="2270760" y="1644650"/>
            <a:ext cx="1066800" cy="855980"/>
          </a:xfrm>
          <a:prstGeom prst="striped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当前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当前的进度与规划</a:t>
            </a:r>
            <a:endParaRPr lang="zh-CN" altLang="en-US"/>
          </a:p>
        </p:txBody>
      </p:sp>
      <p:graphicFrame>
        <p:nvGraphicFramePr>
          <p:cNvPr id="3" name="图示 2"/>
          <p:cNvGraphicFramePr/>
          <p:nvPr/>
        </p:nvGraphicFramePr>
        <p:xfrm>
          <a:off x="544195" y="1598930"/>
          <a:ext cx="3860800" cy="47358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5038090" y="2099945"/>
                <a:ext cx="6064250" cy="373443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EDF</a:t>
                </a:r>
                <a:r>
                  <a:rPr lang="zh-CN" altLang="en-US">
                    <a:ea typeface="宋体" charset="0"/>
                  </a:rPr>
                  <a:t>：采用公式</a:t>
                </a:r>
                <a:r>
                  <a:rPr lang="en-US" altLang="zh-CN">
                    <a:ea typeface="宋体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ea typeface="宋体" charset="0"/>
                        <a:cs typeface="DejaVu Math TeX Gyre" panose="02000503000000000000" charset="0"/>
                      </a:rPr>
                      <m:t>𝑔</m:t>
                    </m:r>
                    <m:r>
                      <a:rPr lang="en-US" altLang="zh-CN" i="1">
                        <a:latin typeface="DejaVu Math TeX Gyre" panose="02000503000000000000" charset="0"/>
                        <a:ea typeface="宋体" charset="0"/>
                        <a:cs typeface="DejaVu Math TeX Gyre" panose="02000503000000000000" charset="0"/>
                      </a:rPr>
                      <m:t>=</m:t>
                    </m:r>
                    <m:f>
                      <m:fPr>
                        <m:ctrlP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</m:ctrlPr>
                      </m:fPr>
                      <m:num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𝑔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0</m:t>
                        </m:r>
                      </m:num>
                      <m:den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1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 + </m:t>
                        </m:r>
                        <m:box>
                          <m:boxPr>
                            <m:noBreak m:val="on"/>
                            <m:ctrlPr>
                              <a:rPr lang="en-US" altLang="zh-CN" i="1">
                                <a:latin typeface="DejaVu Math TeX Gyre" panose="02000503000000000000" charset="0"/>
                                <a:ea typeface="宋体" charset="0"/>
                                <a:cs typeface="DejaVu Math TeX Gyre" panose="02000503000000000000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CN" i="1">
                                    <a:latin typeface="DejaVu Math TeX Gyre" panose="02000503000000000000" charset="0"/>
                                    <a:ea typeface="宋体" charset="0"/>
                                    <a:cs typeface="DejaVu Math TeX Gyre" panose="02000503000000000000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  <m:t>𝑝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ea typeface="宋体" charset="0"/>
                                        <a:cs typeface="DejaVu Math TeX Gyre" panose="02000503000000000000" charset="0"/>
                                      </a:rPr>
                                      <m:t>𝑠𝑎𝑡</m:t>
                                    </m:r>
                                  </m:sub>
                                </m:sSub>
                              </m:den>
                            </m:f>
                          </m:e>
                        </m:box>
                      </m:den>
                    </m:f>
                  </m:oMath>
                </a14:m>
                <a:r>
                  <a:rPr lang="en-US" altLang="zh-CN">
                    <a:ea typeface="宋体" charset="0"/>
                  </a:rPr>
                  <a:t> </a:t>
                </a:r>
                <a:r>
                  <a:rPr lang="zh-CN" altLang="en-US">
                    <a:ea typeface="宋体" charset="0"/>
                  </a:rPr>
                  <a:t>计算饱和增益系数</a:t>
                </a: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OC</a:t>
                </a:r>
                <a:r>
                  <a:rPr lang="zh-CN" altLang="en-US">
                    <a:ea typeface="宋体" charset="0"/>
                  </a:rPr>
                  <a:t>：按照配置对偏振进行处理</a:t>
                </a: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EPC</a:t>
                </a:r>
                <a:r>
                  <a:rPr lang="zh-CN" altLang="en-US">
                    <a:ea typeface="宋体" charset="0"/>
                  </a:rPr>
                  <a:t>：视为四个琼斯矩阵倒序左乘</a:t>
                </a: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PD-ISO</a:t>
                </a:r>
                <a:r>
                  <a:rPr lang="zh-CN" altLang="en-US">
                    <a:ea typeface="宋体" charset="0"/>
                  </a:rPr>
                  <a:t>：视作理想检偏器</a:t>
                </a: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CN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/>
                  <a:t>SMF</a:t>
                </a:r>
                <a:r>
                  <a:rPr lang="zh-CN" altLang="en-US">
                    <a:ea typeface="宋体" charset="0"/>
                  </a:rPr>
                  <a:t>：损耗系数固定，考虑</a:t>
                </a:r>
                <a:r>
                  <a:rPr lang="en-US" altLang="zh-CN">
                    <a:ea typeface="宋体" charset="0"/>
                  </a:rPr>
                  <a:t>Kerr</a:t>
                </a:r>
                <a:r>
                  <a:rPr lang="zh-CN" altLang="en-US">
                    <a:ea typeface="宋体" charset="0"/>
                  </a:rPr>
                  <a:t>非线性，二阶色散待定</a:t>
                </a:r>
                <a:endParaRPr lang="zh-CN" altLang="en-US">
                  <a:ea typeface="宋体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en-US">
                  <a:ea typeface="宋体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zh-CN" altLang="en-US">
                    <a:ea typeface="宋体" charset="0"/>
                  </a:rPr>
                  <a:t>光电转化器：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CN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I</m:t>
                        </m:r>
                      </m:fName>
                      <m:e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𝑡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 = </m:t>
                        </m:r>
                      </m:e>
                    </m:func>
                    <m:r>
                      <a:rPr lang="en-US" altLang="zh-CN" i="1">
                        <a:latin typeface="DejaVu Math TeX Gyre" panose="02000503000000000000" charset="0"/>
                        <a:ea typeface="宋体" charset="0"/>
                        <a:cs typeface="DejaVu Math TeX Gyre" panose="02000503000000000000" charset="0"/>
                      </a:rPr>
                      <m:t>𝛼</m:t>
                    </m:r>
                    <m:func>
                      <m:funcPr>
                        <m:ctrlPr>
                          <a:rPr lang="en-US" altLang="zh-CN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P</m:t>
                        </m:r>
                      </m:fName>
                      <m:e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(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𝑡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ea typeface="宋体" charset="0"/>
                            <a:cs typeface="DejaVu Math TeX Gyre" panose="02000503000000000000" charset="0"/>
                          </a:rPr>
                          <m:t>)</m:t>
                        </m:r>
                      </m:e>
                    </m:func>
                  </m:oMath>
                </a14:m>
                <a:endParaRPr lang="en-US" altLang="zh-CN" i="1">
                  <a:latin typeface="Arial" panose="020B0604020202020204" pitchFamily="34" charset="0"/>
                  <a:ea typeface="宋体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8090" y="2099945"/>
                <a:ext cx="6064250" cy="37344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后续的规划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测试搭建的仿真系统能否模拟基频锁模和谐波锁模。</a:t>
            </a:r>
            <a:endParaRPr lang="zh-CN" altLang="en-US"/>
          </a:p>
          <a:p>
            <a:r>
              <a:rPr lang="zh-CN" altLang="en-US"/>
              <a:t>测试识别算法是否能稳定的判断失锁和锁模的情况</a:t>
            </a:r>
            <a:endParaRPr lang="zh-CN" altLang="en-US"/>
          </a:p>
          <a:p>
            <a:r>
              <a:rPr lang="zh-CN" altLang="en-US">
                <a:ea typeface="宋体" charset="0"/>
              </a:rPr>
              <a:t>测试反馈算法是否可以正确的调整</a:t>
            </a:r>
            <a:r>
              <a:rPr lang="en-US" altLang="zh-CN">
                <a:ea typeface="宋体" charset="0"/>
              </a:rPr>
              <a:t>PC</a:t>
            </a:r>
            <a:r>
              <a:rPr lang="zh-CN" altLang="en-US">
                <a:ea typeface="宋体" charset="0"/>
              </a:rPr>
              <a:t>从失锁到锁模</a:t>
            </a:r>
            <a:endParaRPr lang="zh-CN" altLang="en-US">
              <a:ea typeface="宋体" charset="0"/>
            </a:endParaRPr>
          </a:p>
          <a:p>
            <a:r>
              <a:rPr lang="zh-CN" altLang="en-US">
                <a:ea typeface="宋体" charset="0"/>
              </a:rPr>
              <a:t>探索是否能根据光谱特征和示波器数据构建有效信息，让反馈算法可以有信息的进行参数搜索。（可能的创新点）</a:t>
            </a:r>
            <a:endParaRPr lang="zh-CN" altLang="en-US">
              <a:ea typeface="宋体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1755</Words>
  <Application>WPS 演示</Application>
  <PresentationFormat>On-screen Show (4:3)</PresentationFormat>
  <Paragraphs>141</Paragraphs>
  <Slides>15</Slides>
  <Notes>3</Notes>
  <HiddenSlides>0</HiddenSlides>
  <MMClips>2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宋体</vt:lpstr>
      <vt:lpstr>Wingdings</vt:lpstr>
      <vt:lpstr>Arial</vt:lpstr>
      <vt:lpstr>宋体</vt:lpstr>
      <vt:lpstr>Noto Serif CJK SC</vt:lpstr>
      <vt:lpstr>等线 Light</vt:lpstr>
      <vt:lpstr>Comfortaa Light</vt:lpstr>
      <vt:lpstr>微软雅黑</vt:lpstr>
      <vt:lpstr>Arial Unicode MS</vt:lpstr>
      <vt:lpstr>等线</vt:lpstr>
      <vt:lpstr>Calibri</vt:lpstr>
      <vt:lpstr>Trebuchet MS</vt:lpstr>
      <vt:lpstr>DejaVu Math TeX Gyre</vt:lpstr>
      <vt:lpstr>OpenSymbol</vt:lpstr>
      <vt:lpstr>Office Theme</vt:lpstr>
      <vt:lpstr>基于反馈的锁模参数自调整系统</vt:lpstr>
      <vt:lpstr>为采集数据添加分析系统</vt:lpstr>
      <vt:lpstr>方案选型</vt:lpstr>
      <vt:lpstr>规划</vt:lpstr>
      <vt:lpstr>现状</vt:lpstr>
      <vt:lpstr>现状</vt:lpstr>
      <vt:lpstr>困难</vt:lpstr>
      <vt:lpstr>2026-10-16日</vt:lpstr>
      <vt:lpstr>论文参考及内容概述</vt:lpstr>
      <vt:lpstr>论文参考及内容概述</vt:lpstr>
      <vt:lpstr>论文参考及内容概述</vt:lpstr>
      <vt:lpstr>论文参考及内容概述</vt:lpstr>
      <vt:lpstr>当前的进度与规划</vt:lpstr>
      <vt:lpstr>当前的进度与规划</vt:lpstr>
      <vt:lpstr>后续的规划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ray</cp:lastModifiedBy>
  <cp:revision>158</cp:revision>
  <dcterms:created xsi:type="dcterms:W3CDTF">2026-10-15T14:55:09Z</dcterms:created>
  <dcterms:modified xsi:type="dcterms:W3CDTF">2026-10-15T14:55:09Z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1D5D38A835519EDF25AFAE6AE7FD00E8_42</vt:lpwstr>
  </property>
  <property fmtid="{D5CDD505-2E9C-101B-9397-08002B2CF9AE}" pid="3" name="KSOProductBuildVer">
    <vt:lpwstr>2052-12.1.2.28080</vt:lpwstr>
  </property>
</Properties>
</file>